
<file path=[Content_Types].xml><?xml version="1.0" encoding="utf-8"?>
<Types xmlns="http://schemas.openxmlformats.org/package/2006/content-types">
  <Default Extension="xml" ContentType="application/xml"/>
  <Default Extension="jpeg" ContentType="image/jpeg"/>
  <Default Extension="JPG" ContentType="image/.jpg"/>
  <Default Extension="xlsx" ContentType="application/vnd.openxmlformats-officedocument.spreadsheetml.sheet"/>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handoutMasterIdLst>
    <p:handoutMasterId r:id="rId30"/>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0" r:id="rId18"/>
    <p:sldId id="272" r:id="rId19"/>
    <p:sldId id="273" r:id="rId20"/>
    <p:sldId id="274" r:id="rId21"/>
    <p:sldId id="275" r:id="rId22"/>
    <p:sldId id="276" r:id="rId23"/>
    <p:sldId id="277" r:id="rId24"/>
    <p:sldId id="279" r:id="rId25"/>
    <p:sldId id="280" r:id="rId26"/>
    <p:sldId id="281" r:id="rId27"/>
    <p:sldId id="282" r:id="rId28"/>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E42"/>
    <a:srgbClr val="C50F3C"/>
    <a:srgbClr val="971B2F"/>
    <a:srgbClr val="0431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69" autoAdjust="0"/>
    <p:restoredTop sz="96081" autoAdjust="0"/>
  </p:normalViewPr>
  <p:slideViewPr>
    <p:cSldViewPr snapToGrid="0">
      <p:cViewPr varScale="1">
        <p:scale>
          <a:sx n="156" d="100"/>
          <a:sy n="156" d="100"/>
        </p:scale>
        <p:origin x="2328" y="176"/>
      </p:cViewPr>
      <p:guideLst/>
    </p:cSldViewPr>
  </p:slideViewPr>
  <p:outlineViewPr>
    <p:cViewPr>
      <p:scale>
        <a:sx n="33" d="100"/>
        <a:sy n="33" d="100"/>
      </p:scale>
      <p:origin x="0" y="-27840"/>
    </p:cViewPr>
  </p:outlin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customXml" Target="../customXml/item3.xml"/><Relationship Id="rId35" Type="http://schemas.openxmlformats.org/officeDocument/2006/relationships/customXml" Target="../customXml/item2.xml"/><Relationship Id="rId34" Type="http://schemas.openxmlformats.org/officeDocument/2006/relationships/customXml" Target="../customXml/item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package" Target="../embeddings/Workbook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304135090683386"/>
          <c:y val="0.0391755911205243"/>
          <c:w val="0.957065147733027"/>
          <c:h val="0.768790885954874"/>
        </c:manualLayout>
      </c:layout>
      <c:barChart>
        <c:barDir val="col"/>
        <c:grouping val="clustered"/>
        <c:varyColors val="0"/>
        <c:ser>
          <c:idx val="0"/>
          <c:order val="0"/>
          <c:tx>
            <c:strRef>
              <c:f>Tabelle1!$B$1</c:f>
              <c:strCache>
                <c:ptCount val="1"/>
                <c:pt idx="0">
                  <c:v>#7F7F7F</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Tabelle1!$B$2</c:f>
              <c:numCache>
                <c:formatCode>General</c:formatCode>
                <c:ptCount val="1"/>
                <c:pt idx="0">
                  <c:v>4.3</c:v>
                </c:pt>
              </c:numCache>
            </c:numRef>
          </c:val>
        </c:ser>
        <c:ser>
          <c:idx val="1"/>
          <c:order val="1"/>
          <c:tx>
            <c:strRef>
              <c:f>Tabelle1!$C$1</c:f>
              <c:strCache>
                <c:ptCount val="1"/>
                <c:pt idx="0">
                  <c:v>#662938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Tabelle1!$C$2</c:f>
              <c:numCache>
                <c:formatCode>General</c:formatCode>
                <c:ptCount val="1"/>
                <c:pt idx="0">
                  <c:v>3</c:v>
                </c:pt>
              </c:numCache>
            </c:numRef>
          </c:val>
        </c:ser>
        <c:ser>
          <c:idx val="2"/>
          <c:order val="2"/>
          <c:tx>
            <c:strRef>
              <c:f>Tabelle1!$D$1</c:f>
              <c:strCache>
                <c:ptCount val="1"/>
                <c:pt idx="0">
                  <c:v>#971B2F</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Tabelle1!$D$2</c:f>
              <c:numCache>
                <c:formatCode>General</c:formatCode>
                <c:ptCount val="1"/>
                <c:pt idx="0">
                  <c:v>2</c:v>
                </c:pt>
              </c:numCache>
            </c:numRef>
          </c:val>
        </c:ser>
        <c:ser>
          <c:idx val="3"/>
          <c:order val="3"/>
          <c:tx>
            <c:strRef>
              <c:f>Tabelle1!$E$1</c:f>
              <c:strCache>
                <c:ptCount val="1"/>
                <c:pt idx="0">
                  <c:v>#C50f3C</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Tabelle1!$E$2</c:f>
              <c:numCache>
                <c:formatCode>General</c:formatCode>
                <c:ptCount val="1"/>
                <c:pt idx="0">
                  <c:v>3.5</c:v>
                </c:pt>
              </c:numCache>
            </c:numRef>
          </c:val>
        </c:ser>
        <c:ser>
          <c:idx val="4"/>
          <c:order val="4"/>
          <c:tx>
            <c:strRef>
              <c:f>Tabelle1!$F$1</c:f>
              <c:strCache>
                <c:ptCount val="1"/>
                <c:pt idx="0">
                  <c:v>#EBCCB7</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Tabelle1!$F$2</c:f>
              <c:numCache>
                <c:formatCode>General</c:formatCode>
                <c:ptCount val="1"/>
                <c:pt idx="0">
                  <c:v>2.5</c:v>
                </c:pt>
              </c:numCache>
            </c:numRef>
          </c:val>
        </c:ser>
        <c:ser>
          <c:idx val="5"/>
          <c:order val="5"/>
          <c:tx>
            <c:strRef>
              <c:f>Tabelle1!$G$1</c:f>
              <c:strCache>
                <c:ptCount val="1"/>
                <c:pt idx="0">
                  <c:v>#C7C7C7</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Tabelle1!$G$2</c:f>
              <c:numCache>
                <c:formatCode>General</c:formatCode>
                <c:ptCount val="1"/>
                <c:pt idx="0">
                  <c:v>3.5</c:v>
                </c:pt>
              </c:numCache>
            </c:numRef>
          </c:val>
        </c:ser>
        <c:dLbls>
          <c:showLegendKey val="0"/>
          <c:showVal val="1"/>
          <c:showCatName val="0"/>
          <c:showSerName val="0"/>
          <c:showPercent val="0"/>
          <c:showBubbleSize val="0"/>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zh-CN" sz="1400" b="0" i="0" u="none" strike="noStrike" kern="1200" baseline="0">
                <a:solidFill>
                  <a:schemeClr val="tx1"/>
                </a:solidFill>
                <a:latin typeface="+mn-lt"/>
                <a:ea typeface="+mn-ea"/>
                <a:cs typeface="+mn-cs"/>
              </a:defRPr>
            </a:pPr>
          </a:p>
        </c:txPr>
        <c:crossAx val="1434658752"/>
        <c:crosses val="autoZero"/>
        <c:auto val="1"/>
        <c:lblAlgn val="ctr"/>
        <c:lblOffset val="100"/>
        <c:noMultiLvlLbl val="0"/>
      </c:catAx>
      <c:valAx>
        <c:axId val="1434658752"/>
        <c:scaling>
          <c:orientation val="minMax"/>
        </c:scaling>
        <c:delete val="0"/>
        <c:axPos val="l"/>
        <c:majorGridlines>
          <c:spPr>
            <a:ln w="6350"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400" b="0" i="0" u="none" strike="noStrike" kern="1200" baseline="0">
                <a:solidFill>
                  <a:schemeClr val="tx1"/>
                </a:solidFill>
                <a:latin typeface="+mn-lt"/>
                <a:ea typeface="+mn-ea"/>
                <a:cs typeface="+mn-cs"/>
              </a:defRPr>
            </a:pPr>
          </a:p>
        </c:txPr>
        <c:crossAx val="1434660416"/>
        <c:crosses val="autoZero"/>
        <c:crossBetween val="between"/>
        <c:majorUnit val="1"/>
      </c:valAx>
      <c:spPr>
        <a:noFill/>
        <a:ln>
          <a:noFill/>
        </a:ln>
        <a:effectLst/>
      </c:spPr>
    </c:plotArea>
    <c:legend>
      <c:legendPos val="b"/>
      <c:layout>
        <c:manualLayout>
          <c:xMode val="edge"/>
          <c:yMode val="edge"/>
          <c:x val="0"/>
          <c:y val="0.933712288133181"/>
          <c:w val="0.999222579151041"/>
          <c:h val="0.0662877118668193"/>
        </c:manualLayout>
      </c:layout>
      <c:overlay val="0"/>
      <c:spPr>
        <a:noFill/>
        <a:ln>
          <a:noFill/>
        </a:ln>
        <a:effectLst/>
      </c:spPr>
      <c:txPr>
        <a:bodyPr rot="0" spcFirstLastPara="1" vertOverflow="ellipsis" vert="horz" wrap="square" anchor="ctr" anchorCtr="1"/>
        <a:lstStyle/>
        <a:p>
          <a:pPr>
            <a:defRPr lang="zh-CN" sz="14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894dc674-4d2c-4f92-a40c-30b9bb8c5e2a}"/>
      </c:ext>
    </c:extLst>
  </c:chart>
  <c:spPr>
    <a:noFill/>
    <a:ln>
      <a:noFill/>
    </a:ln>
    <a:effectLst/>
  </c:spPr>
  <c:txPr>
    <a:bodyPr/>
    <a:lstStyle/>
    <a:p>
      <a:pPr>
        <a:defRPr lang="zh-CN" sz="1400">
          <a:solidFill>
            <a:schemeClr val="tx1"/>
          </a:solidFill>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304135090683386"/>
          <c:y val="0.0391755911205243"/>
          <c:w val="0.957065147733027"/>
          <c:h val="0.768790885954874"/>
        </c:manualLayout>
      </c:layout>
      <c:barChart>
        <c:barDir val="col"/>
        <c:grouping val="clustered"/>
        <c:varyColors val="0"/>
        <c:ser>
          <c:idx val="0"/>
          <c:order val="0"/>
          <c:tx>
            <c:strRef>
              <c:f>Tabelle1!$B$1</c:f>
              <c:strCache>
                <c:ptCount val="1"/>
                <c:pt idx="0">
                  <c:v>#7F7F7F</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en-US"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Tabelle1!$B$2</c:f>
              <c:numCache>
                <c:formatCode>General</c:formatCode>
                <c:ptCount val="1"/>
                <c:pt idx="0">
                  <c:v>4.3</c:v>
                </c:pt>
              </c:numCache>
            </c:numRef>
          </c:val>
        </c:ser>
        <c:ser>
          <c:idx val="1"/>
          <c:order val="1"/>
          <c:tx>
            <c:strRef>
              <c:f>Tabelle1!$C$1</c:f>
              <c:strCache>
                <c:ptCount val="1"/>
                <c:pt idx="0">
                  <c:v>#662938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en-US"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Tabelle1!$C$2</c:f>
              <c:numCache>
                <c:formatCode>General</c:formatCode>
                <c:ptCount val="1"/>
                <c:pt idx="0">
                  <c:v>3</c:v>
                </c:pt>
              </c:numCache>
            </c:numRef>
          </c:val>
        </c:ser>
        <c:ser>
          <c:idx val="2"/>
          <c:order val="2"/>
          <c:tx>
            <c:strRef>
              <c:f>Tabelle1!$D$1</c:f>
              <c:strCache>
                <c:ptCount val="1"/>
                <c:pt idx="0">
                  <c:v>#971B2F</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en-US"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Tabelle1!$D$2</c:f>
              <c:numCache>
                <c:formatCode>General</c:formatCode>
                <c:ptCount val="1"/>
                <c:pt idx="0">
                  <c:v>2</c:v>
                </c:pt>
              </c:numCache>
            </c:numRef>
          </c:val>
        </c:ser>
        <c:ser>
          <c:idx val="3"/>
          <c:order val="3"/>
          <c:tx>
            <c:strRef>
              <c:f>Tabelle1!$E$1</c:f>
              <c:strCache>
                <c:ptCount val="1"/>
                <c:pt idx="0">
                  <c:v>#C50f3C</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en-US"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Tabelle1!$E$2</c:f>
              <c:numCache>
                <c:formatCode>General</c:formatCode>
                <c:ptCount val="1"/>
                <c:pt idx="0">
                  <c:v>3.5</c:v>
                </c:pt>
              </c:numCache>
            </c:numRef>
          </c:val>
        </c:ser>
        <c:ser>
          <c:idx val="4"/>
          <c:order val="4"/>
          <c:tx>
            <c:strRef>
              <c:f>Tabelle1!$F$1</c:f>
              <c:strCache>
                <c:ptCount val="1"/>
                <c:pt idx="0">
                  <c:v>#EBCCB7</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en-US"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Tabelle1!$F$2</c:f>
              <c:numCache>
                <c:formatCode>General</c:formatCode>
                <c:ptCount val="1"/>
                <c:pt idx="0">
                  <c:v>2.5</c:v>
                </c:pt>
              </c:numCache>
            </c:numRef>
          </c:val>
        </c:ser>
        <c:ser>
          <c:idx val="5"/>
          <c:order val="5"/>
          <c:tx>
            <c:strRef>
              <c:f>Tabelle1!$G$1</c:f>
              <c:strCache>
                <c:ptCount val="1"/>
                <c:pt idx="0">
                  <c:v>#C7C7C7</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en-US"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Tabelle1!$G$2</c:f>
              <c:numCache>
                <c:formatCode>General</c:formatCode>
                <c:ptCount val="1"/>
                <c:pt idx="0">
                  <c:v>3.5</c:v>
                </c:pt>
              </c:numCache>
            </c:numRef>
          </c:val>
        </c:ser>
        <c:dLbls>
          <c:showLegendKey val="0"/>
          <c:showVal val="1"/>
          <c:showCatName val="0"/>
          <c:showSerName val="0"/>
          <c:showPercent val="0"/>
          <c:showBubbleSize val="0"/>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en-US" sz="1400" b="0" i="0" u="none" strike="noStrike" kern="1200" baseline="0">
                <a:solidFill>
                  <a:schemeClr val="tx1"/>
                </a:solidFill>
                <a:latin typeface="+mn-lt"/>
                <a:ea typeface="+mn-ea"/>
                <a:cs typeface="+mn-cs"/>
              </a:defRPr>
            </a:pPr>
          </a:p>
        </c:txPr>
        <c:crossAx val="1434658752"/>
        <c:crosses val="autoZero"/>
        <c:auto val="1"/>
        <c:lblAlgn val="ctr"/>
        <c:lblOffset val="100"/>
        <c:noMultiLvlLbl val="0"/>
      </c:catAx>
      <c:valAx>
        <c:axId val="1434658752"/>
        <c:scaling>
          <c:orientation val="minMax"/>
        </c:scaling>
        <c:delete val="0"/>
        <c:axPos val="l"/>
        <c:majorGridlines>
          <c:spPr>
            <a:ln w="6350"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400" b="0" i="0" u="none" strike="noStrike" kern="1200" baseline="0">
                <a:solidFill>
                  <a:schemeClr val="tx1"/>
                </a:solidFill>
                <a:latin typeface="+mn-lt"/>
                <a:ea typeface="+mn-ea"/>
                <a:cs typeface="+mn-cs"/>
              </a:defRPr>
            </a:pPr>
          </a:p>
        </c:txPr>
        <c:crossAx val="1434660416"/>
        <c:crosses val="autoZero"/>
        <c:crossBetween val="between"/>
        <c:majorUnit val="1"/>
      </c:valAx>
      <c:spPr>
        <a:noFill/>
        <a:ln>
          <a:noFill/>
        </a:ln>
        <a:effectLst/>
      </c:spPr>
    </c:plotArea>
    <c:legend>
      <c:legendPos val="b"/>
      <c:layout>
        <c:manualLayout>
          <c:xMode val="edge"/>
          <c:yMode val="edge"/>
          <c:x val="0.0137970693720994"/>
          <c:y val="0.900355780753257"/>
          <c:w val="0.979304395941851"/>
          <c:h val="0.0996442192467429"/>
        </c:manualLayout>
      </c:layout>
      <c:overlay val="0"/>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cb05bda8-adea-4359-8ef0-809688fdee8e}"/>
      </c:ext>
    </c:extLst>
  </c:chart>
  <c:spPr>
    <a:noFill/>
    <a:ln>
      <a:noFill/>
    </a:ln>
    <a:effectLst/>
  </c:spPr>
  <c:txPr>
    <a:bodyPr/>
    <a:lstStyle/>
    <a:p>
      <a:pPr algn="ctr">
        <a:defRPr lang="en-US" sz="1400" b="0" i="0" u="none" strike="noStrike" kern="1200" baseline="0">
          <a:solidFill>
            <a:schemeClr val="tx1"/>
          </a:solidFill>
          <a:latin typeface="+mn-lt"/>
          <a:ea typeface="+mn-ea"/>
          <a:cs typeface="+mn-cs"/>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w="12700">
              <a:noFill/>
            </a:ln>
          </c:spPr>
          <c:explosion val="0"/>
          <c:dPt>
            <c:idx val="0"/>
            <c:bubble3D val="0"/>
            <c:spPr>
              <a:solidFill>
                <a:schemeClr val="accent1"/>
              </a:solidFill>
              <a:ln w="12700">
                <a:noFill/>
              </a:ln>
              <a:effectLst/>
            </c:spPr>
          </c:dPt>
          <c:dPt>
            <c:idx val="1"/>
            <c:bubble3D val="0"/>
            <c:spPr>
              <a:solidFill>
                <a:schemeClr val="accent2"/>
              </a:solidFill>
              <a:ln w="12700">
                <a:noFill/>
              </a:ln>
              <a:effectLst/>
            </c:spPr>
          </c:dPt>
          <c:dPt>
            <c:idx val="2"/>
            <c:bubble3D val="0"/>
            <c:spPr>
              <a:solidFill>
                <a:schemeClr val="accent3"/>
              </a:solidFill>
              <a:ln w="12700">
                <a:noFill/>
              </a:ln>
              <a:effectLst/>
            </c:spPr>
          </c:dPt>
          <c:dPt>
            <c:idx val="3"/>
            <c:bubble3D val="0"/>
            <c:spPr>
              <a:solidFill>
                <a:schemeClr val="accent4"/>
              </a:solidFill>
              <a:ln w="12700">
                <a:noFill/>
              </a:ln>
              <a:effectLst/>
            </c:spPr>
          </c:dPt>
          <c:dPt>
            <c:idx val="4"/>
            <c:bubble3D val="0"/>
            <c:spPr>
              <a:solidFill>
                <a:schemeClr val="accent5"/>
              </a:solidFill>
              <a:ln w="12700">
                <a:noFill/>
              </a:ln>
              <a:effectLst/>
            </c:spPr>
          </c:dPt>
          <c:dPt>
            <c:idx val="5"/>
            <c:bubble3D val="0"/>
            <c:spPr>
              <a:solidFill>
                <a:schemeClr val="accent6"/>
              </a:solidFill>
              <a:ln w="12700">
                <a:no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Tabelle1!$A$2:$A$7</c:f>
              <c:strCache>
                <c:ptCount val="6"/>
                <c:pt idx="0">
                  <c:v>#7F7F7F</c:v>
                </c:pt>
                <c:pt idx="1">
                  <c:v>#662938</c:v>
                </c:pt>
                <c:pt idx="2">
                  <c:v>#971B2F</c:v>
                </c:pt>
                <c:pt idx="3">
                  <c:v>#C50f3C</c:v>
                </c:pt>
                <c:pt idx="4">
                  <c:v>#EBCCB7</c:v>
                </c:pt>
                <c:pt idx="5">
                  <c:v>#C7C7C7</c:v>
                </c:pt>
              </c:strCache>
            </c:strRef>
          </c:cat>
          <c:val>
            <c:numRef>
              <c:f>Tabelle1!$B$2:$B$7</c:f>
              <c:numCache>
                <c:formatCode>General</c:formatCode>
                <c:ptCount val="6"/>
                <c:pt idx="0">
                  <c:v>1</c:v>
                </c:pt>
                <c:pt idx="1">
                  <c:v>1</c:v>
                </c:pt>
                <c:pt idx="2">
                  <c:v>1</c:v>
                </c:pt>
                <c:pt idx="3">
                  <c:v>1</c:v>
                </c:pt>
                <c:pt idx="4">
                  <c:v>1</c:v>
                </c:pt>
                <c:pt idx="5">
                  <c:v>1</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000512565064596161"/>
          <c:y val="0.897042542335352"/>
          <c:w val="0.998325937638527"/>
          <c:h val="0.102957457664648"/>
        </c:manualLayout>
      </c:layout>
      <c:overlay val="0"/>
      <c:spPr>
        <a:noFill/>
        <a:ln>
          <a:noFill/>
        </a:ln>
        <a:effectLst/>
      </c:spPr>
      <c:txPr>
        <a:bodyPr rot="0" spcFirstLastPara="1" vertOverflow="ellipsis" vert="horz" wrap="square" anchor="ctr" anchorCtr="1"/>
        <a:lstStyle/>
        <a:p>
          <a:pPr>
            <a:defRPr lang="zh-CN" sz="14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9f7e6663-535d-4691-b50b-b85ee42a1af7}"/>
      </c:ext>
    </c:extLst>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737987859877"/>
          <c:y val="0.0999327850530762"/>
          <c:w val="0.744523780502669"/>
          <c:h val="0.668235380092648"/>
        </c:manualLayout>
      </c:layout>
      <c:doughnutChart>
        <c:varyColors val="1"/>
        <c:ser>
          <c:idx val="0"/>
          <c:order val="0"/>
          <c:tx>
            <c:strRef>
              <c:f>Tabelle1!$B$1</c:f>
              <c:strCache>
                <c:ptCount val="1"/>
                <c:pt idx="0">
                  <c:v>Verkauf</c:v>
                </c:pt>
              </c:strCache>
            </c:strRef>
          </c:tx>
          <c:spPr>
            <a:ln w="12700">
              <a:noFill/>
            </a:ln>
          </c:spPr>
          <c:explosion val="0"/>
          <c:dPt>
            <c:idx val="0"/>
            <c:bubble3D val="0"/>
            <c:spPr>
              <a:solidFill>
                <a:schemeClr val="accent1"/>
              </a:solidFill>
              <a:ln w="12700">
                <a:noFill/>
              </a:ln>
              <a:effectLst/>
            </c:spPr>
          </c:dPt>
          <c:dPt>
            <c:idx val="1"/>
            <c:bubble3D val="0"/>
            <c:spPr>
              <a:solidFill>
                <a:schemeClr val="accent2"/>
              </a:solidFill>
              <a:ln w="12700">
                <a:noFill/>
              </a:ln>
              <a:effectLst/>
            </c:spPr>
          </c:dPt>
          <c:dPt>
            <c:idx val="2"/>
            <c:bubble3D val="0"/>
            <c:spPr>
              <a:solidFill>
                <a:schemeClr val="accent3"/>
              </a:solidFill>
              <a:ln w="12700">
                <a:noFill/>
              </a:ln>
              <a:effectLst/>
            </c:spPr>
          </c:dPt>
          <c:dPt>
            <c:idx val="3"/>
            <c:bubble3D val="0"/>
            <c:spPr>
              <a:solidFill>
                <a:schemeClr val="accent4"/>
              </a:solidFill>
              <a:ln w="12700">
                <a:noFill/>
              </a:ln>
              <a:effectLst/>
            </c:spPr>
          </c:dPt>
          <c:dPt>
            <c:idx val="4"/>
            <c:bubble3D val="0"/>
            <c:spPr>
              <a:solidFill>
                <a:schemeClr val="accent5"/>
              </a:solidFill>
              <a:ln w="12700">
                <a:noFill/>
              </a:ln>
              <a:effectLst/>
            </c:spPr>
          </c:dPt>
          <c:dPt>
            <c:idx val="5"/>
            <c:bubble3D val="0"/>
            <c:spPr>
              <a:solidFill>
                <a:schemeClr val="accent6"/>
              </a:solidFill>
              <a:ln w="12700">
                <a:noFill/>
              </a:ln>
              <a:effectLst/>
            </c:spPr>
          </c:dPt>
          <c:dLbls>
            <c:dLbl>
              <c:idx val="0"/>
              <c:layout>
                <c:manualLayout>
                  <c:x val="0.0510737086477075"/>
                  <c:y val="-0.0611323443050648"/>
                </c:manualLayout>
              </c:layout>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0673244341265235"/>
                  <c:y val="-0.0138937146147875"/>
                </c:manualLayout>
              </c:layout>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464306442251887"/>
                  <c:y val="0.0555748584591499"/>
                </c:manualLayout>
              </c:layout>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348229831688915"/>
                  <c:y val="0.0666898301509799"/>
                </c:manualLayout>
              </c:layout>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0.0650029019152641"/>
                  <c:y val="-0.0138937146147875"/>
                </c:manualLayout>
              </c:layout>
              <c:showLegendKey val="0"/>
              <c:showVal val="1"/>
              <c:showCatName val="0"/>
              <c:showSerName val="0"/>
              <c:showPercent val="0"/>
              <c:showBubbleSize val="0"/>
              <c:extLst>
                <c:ext xmlns:c15="http://schemas.microsoft.com/office/drawing/2012/chart" uri="{CE6537A1-D6FC-4f65-9D91-7224C49458BB}">
                  <c15:layout/>
                </c:ext>
              </c:extLst>
            </c:dLbl>
            <c:dLbl>
              <c:idx val="5"/>
              <c:layout>
                <c:manualLayout>
                  <c:x val="-0.0487521764364481"/>
                  <c:y val="-0.0611323443050649"/>
                </c:manualLayout>
              </c:layou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p>
            </c:txP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Tabelle1!$A$2:$A$7</c:f>
              <c:strCache>
                <c:ptCount val="6"/>
                <c:pt idx="0">
                  <c:v>#7F7F7F</c:v>
                </c:pt>
                <c:pt idx="1">
                  <c:v>#662938</c:v>
                </c:pt>
                <c:pt idx="2">
                  <c:v>#971B2F</c:v>
                </c:pt>
                <c:pt idx="3">
                  <c:v>#C50f3C</c:v>
                </c:pt>
                <c:pt idx="4">
                  <c:v>#EBCCB7</c:v>
                </c:pt>
                <c:pt idx="5">
                  <c:v>#C7C7C7</c:v>
                </c:pt>
              </c:strCache>
            </c:strRef>
          </c:cat>
          <c:val>
            <c:numRef>
              <c:f>Tabelle1!$B$2:$B$7</c:f>
              <c:numCache>
                <c:formatCode>General</c:formatCode>
                <c:ptCount val="6"/>
                <c:pt idx="0">
                  <c:v>1</c:v>
                </c:pt>
                <c:pt idx="1">
                  <c:v>1</c:v>
                </c:pt>
                <c:pt idx="2">
                  <c:v>1</c:v>
                </c:pt>
                <c:pt idx="3">
                  <c:v>1</c:v>
                </c:pt>
                <c:pt idx="4">
                  <c:v>1</c:v>
                </c:pt>
                <c:pt idx="5">
                  <c:v>1</c:v>
                </c:pt>
              </c:numCache>
            </c:numRef>
          </c:val>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b"/>
      <c:layout>
        <c:manualLayout>
          <c:xMode val="edge"/>
          <c:yMode val="edge"/>
          <c:x val="0.000512565064596161"/>
          <c:y val="0.897042542335352"/>
          <c:w val="0.999487434935404"/>
          <c:h val="0.102957457664648"/>
        </c:manualLayout>
      </c:layout>
      <c:overlay val="0"/>
      <c:spPr>
        <a:noFill/>
        <a:ln>
          <a:noFill/>
        </a:ln>
        <a:effectLst/>
      </c:spPr>
      <c:txPr>
        <a:bodyPr rot="0" spcFirstLastPara="1" vertOverflow="ellipsis" vert="horz" wrap="square" anchor="ctr" anchorCtr="1"/>
        <a:lstStyle/>
        <a:p>
          <a:pPr>
            <a:defRPr lang="zh-CN" sz="14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189cabbe-47cc-400c-84f9-ea29738d15f6}"/>
      </c:ext>
    </c:extLst>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w="12700">
              <a:noFill/>
            </a:ln>
          </c:spPr>
          <c:explosion val="0"/>
          <c:dPt>
            <c:idx val="0"/>
            <c:bubble3D val="0"/>
            <c:spPr>
              <a:solidFill>
                <a:schemeClr val="accent1"/>
              </a:solidFill>
              <a:ln w="12700">
                <a:noFill/>
              </a:ln>
              <a:effectLst/>
            </c:spPr>
          </c:dPt>
          <c:dPt>
            <c:idx val="1"/>
            <c:bubble3D val="0"/>
            <c:spPr>
              <a:solidFill>
                <a:schemeClr val="accent2"/>
              </a:solidFill>
              <a:ln w="12700">
                <a:noFill/>
              </a:ln>
              <a:effectLst/>
            </c:spPr>
          </c:dPt>
          <c:dPt>
            <c:idx val="2"/>
            <c:bubble3D val="0"/>
            <c:spPr>
              <a:solidFill>
                <a:schemeClr val="accent3"/>
              </a:solidFill>
              <a:ln w="12700">
                <a:noFill/>
              </a:ln>
              <a:effectLst/>
            </c:spPr>
          </c:dPt>
          <c:dPt>
            <c:idx val="3"/>
            <c:bubble3D val="0"/>
            <c:spPr>
              <a:solidFill>
                <a:schemeClr val="accent4"/>
              </a:solidFill>
              <a:ln w="12700">
                <a:noFill/>
              </a:ln>
              <a:effectLst/>
            </c:spPr>
          </c:dPt>
          <c:dPt>
            <c:idx val="4"/>
            <c:bubble3D val="0"/>
            <c:spPr>
              <a:solidFill>
                <a:schemeClr val="accent5"/>
              </a:solidFill>
              <a:ln w="12700">
                <a:noFill/>
              </a:ln>
              <a:effectLst/>
            </c:spPr>
          </c:dPt>
          <c:dPt>
            <c:idx val="5"/>
            <c:bubble3D val="0"/>
            <c:spPr>
              <a:solidFill>
                <a:schemeClr val="accent6"/>
              </a:solidFill>
              <a:ln w="12700">
                <a:no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Tabelle1!$A$2:$A$7</c:f>
              <c:strCache>
                <c:ptCount val="6"/>
                <c:pt idx="0">
                  <c:v>#7F7F7F</c:v>
                </c:pt>
                <c:pt idx="1">
                  <c:v>#662938</c:v>
                </c:pt>
                <c:pt idx="2">
                  <c:v>#971B2F</c:v>
                </c:pt>
                <c:pt idx="3">
                  <c:v>#C50f3C</c:v>
                </c:pt>
                <c:pt idx="4">
                  <c:v>#EBCCB7</c:v>
                </c:pt>
                <c:pt idx="5">
                  <c:v>#C7C7C7</c:v>
                </c:pt>
              </c:strCache>
            </c:strRef>
          </c:cat>
          <c:val>
            <c:numRef>
              <c:f>Tabelle1!$B$2:$B$7</c:f>
              <c:numCache>
                <c:formatCode>General</c:formatCode>
                <c:ptCount val="6"/>
                <c:pt idx="0">
                  <c:v>1</c:v>
                </c:pt>
                <c:pt idx="1">
                  <c:v>1</c:v>
                </c:pt>
                <c:pt idx="2">
                  <c:v>1</c:v>
                </c:pt>
                <c:pt idx="3">
                  <c:v>1</c:v>
                </c:pt>
                <c:pt idx="4">
                  <c:v>1</c:v>
                </c:pt>
                <c:pt idx="5">
                  <c:v>1</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000512565064596161"/>
          <c:y val="0.897042542335352"/>
          <c:w val="0.975330767537125"/>
          <c:h val="0.102957457664648"/>
        </c:manualLayout>
      </c:layout>
      <c:overlay val="0"/>
      <c:spPr>
        <a:noFill/>
        <a:ln>
          <a:noFill/>
        </a:ln>
        <a:effectLst/>
      </c:spPr>
      <c:txPr>
        <a:bodyPr rot="0" spcFirstLastPara="1" vertOverflow="ellipsis" vert="horz" wrap="square" anchor="ctr" anchorCtr="1"/>
        <a:lstStyle/>
        <a:p>
          <a:pPr>
            <a:defRPr lang="zh-CN" sz="14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b466bc70-81ea-41a2-b6eb-665eecfb2601}"/>
      </c:ext>
    </c:extLst>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737987859877"/>
          <c:y val="0.0999327850530762"/>
          <c:w val="0.744523780502669"/>
          <c:h val="0.668235380092648"/>
        </c:manualLayout>
      </c:layout>
      <c:doughnutChart>
        <c:varyColors val="1"/>
        <c:ser>
          <c:idx val="0"/>
          <c:order val="0"/>
          <c:tx>
            <c:strRef>
              <c:f>Tabelle1!$B$1</c:f>
              <c:strCache>
                <c:ptCount val="1"/>
                <c:pt idx="0">
                  <c:v>Verkauf</c:v>
                </c:pt>
              </c:strCache>
            </c:strRef>
          </c:tx>
          <c:spPr>
            <a:ln w="12700">
              <a:noFill/>
            </a:ln>
          </c:spPr>
          <c:explosion val="0"/>
          <c:dPt>
            <c:idx val="0"/>
            <c:bubble3D val="0"/>
            <c:spPr>
              <a:solidFill>
                <a:schemeClr val="accent1"/>
              </a:solidFill>
              <a:ln w="12700">
                <a:noFill/>
              </a:ln>
              <a:effectLst/>
            </c:spPr>
          </c:dPt>
          <c:dPt>
            <c:idx val="1"/>
            <c:bubble3D val="0"/>
            <c:spPr>
              <a:solidFill>
                <a:schemeClr val="accent2"/>
              </a:solidFill>
              <a:ln w="12700">
                <a:noFill/>
              </a:ln>
              <a:effectLst/>
            </c:spPr>
          </c:dPt>
          <c:dPt>
            <c:idx val="2"/>
            <c:bubble3D val="0"/>
            <c:spPr>
              <a:solidFill>
                <a:schemeClr val="accent3"/>
              </a:solidFill>
              <a:ln w="12700">
                <a:noFill/>
              </a:ln>
              <a:effectLst/>
            </c:spPr>
          </c:dPt>
          <c:dPt>
            <c:idx val="3"/>
            <c:bubble3D val="0"/>
            <c:spPr>
              <a:solidFill>
                <a:schemeClr val="accent4"/>
              </a:solidFill>
              <a:ln w="12700">
                <a:noFill/>
              </a:ln>
              <a:effectLst/>
            </c:spPr>
          </c:dPt>
          <c:dPt>
            <c:idx val="4"/>
            <c:bubble3D val="0"/>
            <c:spPr>
              <a:solidFill>
                <a:schemeClr val="accent5"/>
              </a:solidFill>
              <a:ln w="12700">
                <a:noFill/>
              </a:ln>
              <a:effectLst/>
            </c:spPr>
          </c:dPt>
          <c:dPt>
            <c:idx val="5"/>
            <c:bubble3D val="0"/>
            <c:spPr>
              <a:solidFill>
                <a:schemeClr val="accent6"/>
              </a:solidFill>
              <a:ln w="12700">
                <a:noFill/>
              </a:ln>
              <a:effectLst/>
            </c:spPr>
          </c:dPt>
          <c:dLbls>
            <c:dLbl>
              <c:idx val="0"/>
              <c:layout>
                <c:manualLayout>
                  <c:x val="0.0510737086477075"/>
                  <c:y val="-0.0611323443050648"/>
                </c:manualLayout>
              </c:layout>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0673244341265235"/>
                  <c:y val="-0.0138937146147875"/>
                </c:manualLayout>
              </c:layout>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464306442251887"/>
                  <c:y val="0.0555748584591499"/>
                </c:manualLayout>
              </c:layout>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348229831688915"/>
                  <c:y val="0.0666898301509799"/>
                </c:manualLayout>
              </c:layout>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0.0650029019152641"/>
                  <c:y val="-0.0138937146147875"/>
                </c:manualLayout>
              </c:layout>
              <c:showLegendKey val="0"/>
              <c:showVal val="1"/>
              <c:showCatName val="0"/>
              <c:showSerName val="0"/>
              <c:showPercent val="0"/>
              <c:showBubbleSize val="0"/>
              <c:extLst>
                <c:ext xmlns:c15="http://schemas.microsoft.com/office/drawing/2012/chart" uri="{CE6537A1-D6FC-4f65-9D91-7224C49458BB}">
                  <c15:layout/>
                </c:ext>
              </c:extLst>
            </c:dLbl>
            <c:dLbl>
              <c:idx val="5"/>
              <c:layout>
                <c:manualLayout>
                  <c:x val="-0.0487521764364481"/>
                  <c:y val="-0.0611323443050649"/>
                </c:manualLayout>
              </c:layou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solidFill>
                    <a:latin typeface="+mn-lt"/>
                    <a:ea typeface="+mn-ea"/>
                    <a:cs typeface="+mn-cs"/>
                  </a:defRPr>
                </a:pPr>
              </a:p>
            </c:txP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Tabelle1!$A$2:$A$7</c:f>
              <c:strCache>
                <c:ptCount val="6"/>
                <c:pt idx="0">
                  <c:v>#7F7F7F</c:v>
                </c:pt>
                <c:pt idx="1">
                  <c:v>#662938</c:v>
                </c:pt>
                <c:pt idx="2">
                  <c:v>#971B2F</c:v>
                </c:pt>
                <c:pt idx="3">
                  <c:v>#C50f3C</c:v>
                </c:pt>
                <c:pt idx="4">
                  <c:v>#EBCCB7</c:v>
                </c:pt>
                <c:pt idx="5">
                  <c:v>#C7C7C7</c:v>
                </c:pt>
              </c:strCache>
            </c:strRef>
          </c:cat>
          <c:val>
            <c:numRef>
              <c:f>Tabelle1!$B$2:$B$7</c:f>
              <c:numCache>
                <c:formatCode>General</c:formatCode>
                <c:ptCount val="6"/>
                <c:pt idx="0">
                  <c:v>1</c:v>
                </c:pt>
                <c:pt idx="1">
                  <c:v>1</c:v>
                </c:pt>
                <c:pt idx="2">
                  <c:v>1</c:v>
                </c:pt>
                <c:pt idx="3">
                  <c:v>1</c:v>
                </c:pt>
                <c:pt idx="4">
                  <c:v>1</c:v>
                </c:pt>
                <c:pt idx="5">
                  <c:v>1</c:v>
                </c:pt>
              </c:numCache>
            </c:numRef>
          </c:val>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b"/>
      <c:layout>
        <c:manualLayout>
          <c:xMode val="edge"/>
          <c:yMode val="edge"/>
          <c:x val="0.000512565064596161"/>
          <c:y val="0.897042542335352"/>
          <c:w val="0.992588873405913"/>
          <c:h val="0.102957457664648"/>
        </c:manualLayout>
      </c:layout>
      <c:overlay val="0"/>
      <c:spPr>
        <a:noFill/>
        <a:ln>
          <a:noFill/>
        </a:ln>
        <a:effectLst/>
      </c:spPr>
      <c:txPr>
        <a:bodyPr rot="0" spcFirstLastPara="1" vertOverflow="ellipsis" vert="horz" wrap="square" anchor="ctr" anchorCtr="1"/>
        <a:lstStyle/>
        <a:p>
          <a:pPr>
            <a:defRPr lang="zh-CN" sz="14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536efc75-54fd-44ae-9bf3-9211cf4ab486}"/>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8CE87A-16FF-4C7D-8292-0CB980715C8B}" type="datetimeFigureOut">
              <a:rPr lang="de-DE" smtClean="0"/>
            </a:fld>
            <a:endParaRPr 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2F6222-CCA6-4FA7-88E0-B7BAE53645AA}" type="slidenum">
              <a:rPr lang="de-DE" smtClean="0"/>
            </a:fld>
            <a:endParaRPr lang="de-DE"/>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CA62E-2216-4960-A875-4D2633F4A404}" type="datetimeFigureOut">
              <a:rPr lang="de-DE" smtClean="0"/>
            </a:fld>
            <a:endParaRPr lang="de-DE"/>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93703-73BA-47D5-8B02-C172375928DA}" type="slidenum">
              <a:rPr lang="de-DE" smtClean="0"/>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elbild">
    <p:bg>
      <p:bgPr>
        <a:solidFill>
          <a:srgbClr val="C50F3C"/>
        </a:solidFill>
        <a:effectLst/>
      </p:bgPr>
    </p:bg>
    <p:spTree>
      <p:nvGrpSpPr>
        <p:cNvPr id="1" name=""/>
        <p:cNvGrpSpPr/>
        <p:nvPr/>
      </p:nvGrpSpPr>
      <p:grpSpPr>
        <a:xfrm>
          <a:off x="0" y="0"/>
          <a:ext cx="0" cy="0"/>
          <a:chOff x="0" y="0"/>
          <a:chExt cx="0" cy="0"/>
        </a:xfrm>
      </p:grpSpPr>
      <p:sp>
        <p:nvSpPr>
          <p:cNvPr id="168" name="Textplatzhalter 167"/>
          <p:cNvSpPr>
            <a:spLocks noGrp="1"/>
          </p:cNvSpPr>
          <p:nvPr>
            <p:ph type="body" sz="quarter" idx="11" hasCustomPrompt="1"/>
          </p:nvPr>
        </p:nvSpPr>
        <p:spPr>
          <a:xfrm>
            <a:off x="0" y="1628776"/>
            <a:ext cx="9144000" cy="5229225"/>
          </a:xfrm>
          <a:gradFill>
            <a:gsLst>
              <a:gs pos="50000">
                <a:schemeClr val="bg2">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3000" b="1" dirty="0">
                <a:latin typeface="+mj-lt"/>
                <a:ea typeface="+mj-ea"/>
                <a:cs typeface="+mj-cs"/>
              </a:defRPr>
            </a:lvl1pPr>
          </a:lstStyle>
          <a:p>
            <a:pPr lvl="0">
              <a:spcBef>
                <a:spcPct val="0"/>
              </a:spcBef>
            </a:pPr>
            <a:r>
              <a:rPr lang="de-DE" dirty="0"/>
              <a:t> </a:t>
            </a:r>
            <a:endParaRPr lang="de-DE" dirty="0"/>
          </a:p>
        </p:txBody>
      </p:sp>
      <p:sp>
        <p:nvSpPr>
          <p:cNvPr id="165" name="Bildplatzhalter 60"/>
          <p:cNvSpPr>
            <a:spLocks noGrp="1"/>
          </p:cNvSpPr>
          <p:nvPr>
            <p:ph type="pic" sz="quarter" idx="10" hasCustomPrompt="1"/>
          </p:nvPr>
        </p:nvSpPr>
        <p:spPr>
          <a:xfrm>
            <a:off x="0" y="1628775"/>
            <a:ext cx="9144000" cy="5229226"/>
          </a:xfrm>
          <a:solidFill>
            <a:schemeClr val="tx1">
              <a:lumMod val="95000"/>
            </a:schemeClr>
          </a:solidFill>
        </p:spPr>
        <p:txBody>
          <a:bodyPr/>
          <a:lstStyle/>
          <a:p>
            <a:r>
              <a:rPr lang="de-DE" dirty="0"/>
              <a:t> </a:t>
            </a:r>
            <a:endParaRPr lang="de-DE" dirty="0"/>
          </a:p>
        </p:txBody>
      </p:sp>
      <p:sp>
        <p:nvSpPr>
          <p:cNvPr id="2" name="Titel 1"/>
          <p:cNvSpPr>
            <a:spLocks noGrp="1"/>
          </p:cNvSpPr>
          <p:nvPr>
            <p:ph type="title" hasCustomPrompt="1"/>
          </p:nvPr>
        </p:nvSpPr>
        <p:spPr>
          <a:xfrm>
            <a:off x="390123" y="3042516"/>
            <a:ext cx="3732625" cy="772969"/>
          </a:xfrm>
        </p:spPr>
        <p:txBody>
          <a:bodyPr wrap="none" tIns="0" rIns="0"/>
          <a:lstStyle>
            <a:lvl1pPr algn="l">
              <a:lnSpc>
                <a:spcPct val="110000"/>
              </a:lnSpc>
              <a:defRPr sz="4950">
                <a:solidFill>
                  <a:schemeClr val="tx1"/>
                </a:solidFill>
              </a:defRPr>
            </a:lvl1pPr>
          </a:lstStyle>
          <a:p>
            <a:r>
              <a:rPr lang="de-DE" dirty="0"/>
              <a:t>Willkommen</a:t>
            </a:r>
            <a:endParaRPr lang="de-DE" dirty="0"/>
          </a:p>
        </p:txBody>
      </p:sp>
      <p:sp>
        <p:nvSpPr>
          <p:cNvPr id="56" name="Rechteck 55"/>
          <p:cNvSpPr/>
          <p:nvPr userDrawn="1"/>
        </p:nvSpPr>
        <p:spPr>
          <a:xfrm>
            <a:off x="388800" y="1196733"/>
            <a:ext cx="8757047" cy="72000"/>
          </a:xfrm>
          <a:prstGeom prst="rect">
            <a:avLst/>
          </a:prstGeom>
          <a:solidFill>
            <a:srgbClr val="971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grpSp>
        <p:nvGrpSpPr>
          <p:cNvPr id="57" name="Gruppieren 56"/>
          <p:cNvGrpSpPr/>
          <p:nvPr userDrawn="1"/>
        </p:nvGrpSpPr>
        <p:grpSpPr>
          <a:xfrm>
            <a:off x="-292893" y="160153"/>
            <a:ext cx="250031" cy="136812"/>
            <a:chOff x="-133350" y="2711163"/>
            <a:chExt cx="333375" cy="136812"/>
          </a:xfrm>
        </p:grpSpPr>
        <p:cxnSp>
          <p:nvCxnSpPr>
            <p:cNvPr id="58" name="Gerader Verbinder 57"/>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feld 58"/>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60" name="Gruppieren 59"/>
          <p:cNvGrpSpPr/>
          <p:nvPr userDrawn="1"/>
        </p:nvGrpSpPr>
        <p:grpSpPr>
          <a:xfrm>
            <a:off x="-292893" y="1131703"/>
            <a:ext cx="250031" cy="136812"/>
            <a:chOff x="-133350" y="2711163"/>
            <a:chExt cx="333375" cy="136812"/>
          </a:xfrm>
        </p:grpSpPr>
        <p:cxnSp>
          <p:nvCxnSpPr>
            <p:cNvPr id="61" name="Gerader Verbinder 60"/>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06,00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63" name="Gruppieren 62"/>
          <p:cNvGrpSpPr/>
          <p:nvPr userDrawn="1"/>
        </p:nvGrpSpPr>
        <p:grpSpPr>
          <a:xfrm>
            <a:off x="-292893" y="1491963"/>
            <a:ext cx="250031" cy="136812"/>
            <a:chOff x="-133350" y="2711163"/>
            <a:chExt cx="333375" cy="136812"/>
          </a:xfrm>
        </p:grpSpPr>
        <p:cxnSp>
          <p:nvCxnSpPr>
            <p:cNvPr id="64" name="Gerader Verbinder 63"/>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05,00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66" name="Gruppieren 65"/>
          <p:cNvGrpSpPr/>
          <p:nvPr userDrawn="1"/>
        </p:nvGrpSpPr>
        <p:grpSpPr>
          <a:xfrm>
            <a:off x="-292893" y="3292188"/>
            <a:ext cx="250031" cy="136812"/>
            <a:chOff x="-133350" y="2711163"/>
            <a:chExt cx="333375" cy="136812"/>
          </a:xfrm>
        </p:grpSpPr>
        <p:cxnSp>
          <p:nvCxnSpPr>
            <p:cNvPr id="67" name="Gerader Verbinder 66"/>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69" name="Gruppieren 68"/>
          <p:cNvGrpSpPr/>
          <p:nvPr userDrawn="1"/>
        </p:nvGrpSpPr>
        <p:grpSpPr>
          <a:xfrm>
            <a:off x="-292893" y="6063963"/>
            <a:ext cx="250031" cy="136812"/>
            <a:chOff x="-133350" y="2711163"/>
            <a:chExt cx="333375" cy="136812"/>
          </a:xfrm>
        </p:grpSpPr>
        <p:cxnSp>
          <p:nvCxnSpPr>
            <p:cNvPr id="70" name="Gerader Verbinder 69"/>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07,70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72" name="Gruppieren 71"/>
          <p:cNvGrpSpPr/>
          <p:nvPr userDrawn="1"/>
        </p:nvGrpSpPr>
        <p:grpSpPr>
          <a:xfrm>
            <a:off x="-292893" y="6495763"/>
            <a:ext cx="250031" cy="136812"/>
            <a:chOff x="-133350" y="2711163"/>
            <a:chExt cx="333375" cy="136812"/>
          </a:xfrm>
        </p:grpSpPr>
        <p:cxnSp>
          <p:nvCxnSpPr>
            <p:cNvPr id="73" name="Gerader Verbinder 72"/>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08,90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75" name="Gruppieren 74"/>
          <p:cNvGrpSpPr/>
          <p:nvPr userDrawn="1"/>
        </p:nvGrpSpPr>
        <p:grpSpPr>
          <a:xfrm rot="16200000">
            <a:off x="169567" y="-282035"/>
            <a:ext cx="333375" cy="102606"/>
            <a:chOff x="-133350" y="2711167"/>
            <a:chExt cx="333375" cy="136808"/>
          </a:xfrm>
        </p:grpSpPr>
        <p:cxnSp>
          <p:nvCxnSpPr>
            <p:cNvPr id="76" name="Gerader Verbinder 75"/>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78" name="Gruppieren 77"/>
          <p:cNvGrpSpPr/>
          <p:nvPr userDrawn="1"/>
        </p:nvGrpSpPr>
        <p:grpSpPr>
          <a:xfrm rot="16200000">
            <a:off x="4273057" y="-282036"/>
            <a:ext cx="333375" cy="102603"/>
            <a:chOff x="-133350" y="2711171"/>
            <a:chExt cx="333375" cy="136804"/>
          </a:xfrm>
        </p:grpSpPr>
        <p:cxnSp>
          <p:nvCxnSpPr>
            <p:cNvPr id="79" name="Gerader Verbinder 78"/>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81" name="Gruppieren 80"/>
          <p:cNvGrpSpPr/>
          <p:nvPr userDrawn="1"/>
        </p:nvGrpSpPr>
        <p:grpSpPr>
          <a:xfrm>
            <a:off x="4652949" y="-397424"/>
            <a:ext cx="93680" cy="333375"/>
            <a:chOff x="6416679" y="-397424"/>
            <a:chExt cx="124907" cy="333375"/>
          </a:xfrm>
        </p:grpSpPr>
        <p:cxnSp>
          <p:nvCxnSpPr>
            <p:cNvPr id="82" name="Gerader Verbinder 81"/>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cxnSp>
        <p:nvCxnSpPr>
          <p:cNvPr id="84" name="Gerader Verbinder 83"/>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5" name="Gruppieren 84"/>
          <p:cNvGrpSpPr/>
          <p:nvPr userDrawn="1"/>
        </p:nvGrpSpPr>
        <p:grpSpPr>
          <a:xfrm rot="16200000">
            <a:off x="8543829" y="-282039"/>
            <a:ext cx="333375" cy="102600"/>
            <a:chOff x="-133350" y="2711175"/>
            <a:chExt cx="333375" cy="136800"/>
          </a:xfrm>
        </p:grpSpPr>
        <p:cxnSp>
          <p:nvCxnSpPr>
            <p:cNvPr id="86" name="Gerader Verbinder 85"/>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7" name="Textfeld 86"/>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sp>
        <p:nvSpPr>
          <p:cNvPr id="88" name="Freihandform: Form 87"/>
          <p:cNvSpPr/>
          <p:nvPr userDrawn="1"/>
        </p:nvSpPr>
        <p:spPr>
          <a:xfrm>
            <a:off x="7352747" y="300703"/>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grpSp>
        <p:nvGrpSpPr>
          <p:cNvPr id="201" name="Grafik 3"/>
          <p:cNvGrpSpPr/>
          <p:nvPr userDrawn="1"/>
        </p:nvGrpSpPr>
        <p:grpSpPr>
          <a:xfrm>
            <a:off x="387350" y="293688"/>
            <a:ext cx="2654043" cy="328339"/>
            <a:chOff x="2090737" y="2524124"/>
            <a:chExt cx="7860982" cy="972502"/>
          </a:xfrm>
          <a:solidFill>
            <a:schemeClr val="tx1"/>
          </a:solidFill>
        </p:grpSpPr>
        <p:sp>
          <p:nvSpPr>
            <p:cNvPr id="202" name="Freihandform: Form 201"/>
            <p:cNvSpPr/>
            <p:nvPr/>
          </p:nvSpPr>
          <p:spPr>
            <a:xfrm>
              <a:off x="2090737" y="2545079"/>
              <a:ext cx="231457" cy="369569"/>
            </a:xfrm>
            <a:custGeom>
              <a:avLst/>
              <a:gdLst>
                <a:gd name="connsiteX0" fmla="*/ 231458 w 231457"/>
                <a:gd name="connsiteY0" fmla="*/ 60960 h 369569"/>
                <a:gd name="connsiteX1" fmla="*/ 65723 w 231457"/>
                <a:gd name="connsiteY1" fmla="*/ 60960 h 369569"/>
                <a:gd name="connsiteX2" fmla="*/ 65723 w 231457"/>
                <a:gd name="connsiteY2" fmla="*/ 152400 h 369569"/>
                <a:gd name="connsiteX3" fmla="*/ 189548 w 231457"/>
                <a:gd name="connsiteY3" fmla="*/ 152400 h 369569"/>
                <a:gd name="connsiteX4" fmla="*/ 189548 w 231457"/>
                <a:gd name="connsiteY4" fmla="*/ 212408 h 369569"/>
                <a:gd name="connsiteX5" fmla="*/ 65723 w 231457"/>
                <a:gd name="connsiteY5" fmla="*/ 212408 h 369569"/>
                <a:gd name="connsiteX6" fmla="*/ 65723 w 231457"/>
                <a:gd name="connsiteY6" fmla="*/ 369570 h 369569"/>
                <a:gd name="connsiteX7" fmla="*/ 0 w 231457"/>
                <a:gd name="connsiteY7" fmla="*/ 369570 h 369569"/>
                <a:gd name="connsiteX8" fmla="*/ 0 w 231457"/>
                <a:gd name="connsiteY8" fmla="*/ 0 h 369569"/>
                <a:gd name="connsiteX9" fmla="*/ 231458 w 231457"/>
                <a:gd name="connsiteY9" fmla="*/ 0 h 369569"/>
                <a:gd name="connsiteX10" fmla="*/ 231458 w 231457"/>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9569">
                  <a:moveTo>
                    <a:pt x="231458" y="60960"/>
                  </a:moveTo>
                  <a:lnTo>
                    <a:pt x="65723" y="60960"/>
                  </a:lnTo>
                  <a:lnTo>
                    <a:pt x="65723" y="152400"/>
                  </a:lnTo>
                  <a:lnTo>
                    <a:pt x="189548" y="152400"/>
                  </a:lnTo>
                  <a:lnTo>
                    <a:pt x="189548"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203" name="Freihandform: Form 202"/>
            <p:cNvSpPr/>
            <p:nvPr/>
          </p:nvSpPr>
          <p:spPr>
            <a:xfrm>
              <a:off x="2357437" y="2641039"/>
              <a:ext cx="161925" cy="272657"/>
            </a:xfrm>
            <a:custGeom>
              <a:avLst/>
              <a:gdLst>
                <a:gd name="connsiteX0" fmla="*/ 161925 w 161925"/>
                <a:gd name="connsiteY0" fmla="*/ 5005 h 272657"/>
                <a:gd name="connsiteX1" fmla="*/ 152400 w 161925"/>
                <a:gd name="connsiteY1" fmla="*/ 68823 h 272657"/>
                <a:gd name="connsiteX2" fmla="*/ 118110 w 161925"/>
                <a:gd name="connsiteY2" fmla="*/ 60250 h 272657"/>
                <a:gd name="connsiteX3" fmla="*/ 63817 w 161925"/>
                <a:gd name="connsiteY3" fmla="*/ 135498 h 272657"/>
                <a:gd name="connsiteX4" fmla="*/ 63817 w 161925"/>
                <a:gd name="connsiteY4" fmla="*/ 272658 h 272657"/>
                <a:gd name="connsiteX5" fmla="*/ 0 w 161925"/>
                <a:gd name="connsiteY5" fmla="*/ 272658 h 272657"/>
                <a:gd name="connsiteX6" fmla="*/ 0 w 161925"/>
                <a:gd name="connsiteY6" fmla="*/ 5958 h 272657"/>
                <a:gd name="connsiteX7" fmla="*/ 60960 w 161925"/>
                <a:gd name="connsiteY7" fmla="*/ 5958 h 272657"/>
                <a:gd name="connsiteX8" fmla="*/ 60960 w 161925"/>
                <a:gd name="connsiteY8" fmla="*/ 40248 h 272657"/>
                <a:gd name="connsiteX9" fmla="*/ 61913 w 161925"/>
                <a:gd name="connsiteY9" fmla="*/ 40248 h 272657"/>
                <a:gd name="connsiteX10" fmla="*/ 131445 w 161925"/>
                <a:gd name="connsiteY10" fmla="*/ 243 h 272657"/>
                <a:gd name="connsiteX11" fmla="*/ 161925 w 161925"/>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925" h="272657">
                  <a:moveTo>
                    <a:pt x="161925" y="5005"/>
                  </a:moveTo>
                  <a:lnTo>
                    <a:pt x="152400" y="68823"/>
                  </a:lnTo>
                  <a:cubicBezTo>
                    <a:pt x="142875" y="64060"/>
                    <a:pt x="131445" y="60250"/>
                    <a:pt x="118110" y="60250"/>
                  </a:cubicBezTo>
                  <a:cubicBezTo>
                    <a:pt x="75248" y="60250"/>
                    <a:pt x="63817" y="94540"/>
                    <a:pt x="63817" y="135498"/>
                  </a:cubicBezTo>
                  <a:lnTo>
                    <a:pt x="63817" y="272658"/>
                  </a:lnTo>
                  <a:lnTo>
                    <a:pt x="0" y="272658"/>
                  </a:lnTo>
                  <a:lnTo>
                    <a:pt x="0" y="5958"/>
                  </a:lnTo>
                  <a:lnTo>
                    <a:pt x="60960" y="5958"/>
                  </a:lnTo>
                  <a:lnTo>
                    <a:pt x="60960" y="40248"/>
                  </a:lnTo>
                  <a:lnTo>
                    <a:pt x="61913" y="40248"/>
                  </a:lnTo>
                  <a:cubicBezTo>
                    <a:pt x="76200" y="15483"/>
                    <a:pt x="100965" y="243"/>
                    <a:pt x="131445" y="243"/>
                  </a:cubicBezTo>
                  <a:cubicBezTo>
                    <a:pt x="140970" y="-710"/>
                    <a:pt x="152400" y="1195"/>
                    <a:pt x="161925" y="5005"/>
                  </a:cubicBezTo>
                  <a:close/>
                </a:path>
              </a:pathLst>
            </a:custGeom>
            <a:solidFill>
              <a:srgbClr val="041E42"/>
            </a:solidFill>
            <a:ln w="9525" cap="flat">
              <a:noFill/>
              <a:prstDash val="solid"/>
              <a:miter/>
            </a:ln>
          </p:spPr>
          <p:txBody>
            <a:bodyPr rtlCol="0" anchor="ctr"/>
            <a:lstStyle/>
            <a:p>
              <a:endParaRPr lang="de-DE"/>
            </a:p>
          </p:txBody>
        </p:sp>
        <p:sp>
          <p:nvSpPr>
            <p:cNvPr id="204" name="Freihandform: Form 203"/>
            <p:cNvSpPr/>
            <p:nvPr/>
          </p:nvSpPr>
          <p:spPr>
            <a:xfrm>
              <a:off x="2563176" y="2528887"/>
              <a:ext cx="79057" cy="385762"/>
            </a:xfrm>
            <a:custGeom>
              <a:avLst/>
              <a:gdLst>
                <a:gd name="connsiteX0" fmla="*/ 79058 w 79057"/>
                <a:gd name="connsiteY0" fmla="*/ 38100 h 385762"/>
                <a:gd name="connsiteX1" fmla="*/ 39052 w 79057"/>
                <a:gd name="connsiteY1" fmla="*/ 76200 h 385762"/>
                <a:gd name="connsiteX2" fmla="*/ 0 w 79057"/>
                <a:gd name="connsiteY2" fmla="*/ 38100 h 385762"/>
                <a:gd name="connsiteX3" fmla="*/ 39052 w 79057"/>
                <a:gd name="connsiteY3" fmla="*/ 0 h 385762"/>
                <a:gd name="connsiteX4" fmla="*/ 79058 w 79057"/>
                <a:gd name="connsiteY4" fmla="*/ 38100 h 385762"/>
                <a:gd name="connsiteX5" fmla="*/ 70485 w 79057"/>
                <a:gd name="connsiteY5" fmla="*/ 385763 h 385762"/>
                <a:gd name="connsiteX6" fmla="*/ 8573 w 79057"/>
                <a:gd name="connsiteY6" fmla="*/ 385763 h 385762"/>
                <a:gd name="connsiteX7" fmla="*/ 8573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8" y="38100"/>
                  </a:moveTo>
                  <a:cubicBezTo>
                    <a:pt x="79058" y="60007"/>
                    <a:pt x="60960" y="76200"/>
                    <a:pt x="39052" y="76200"/>
                  </a:cubicBezTo>
                  <a:cubicBezTo>
                    <a:pt x="17145" y="76200"/>
                    <a:pt x="0" y="60960"/>
                    <a:pt x="0" y="38100"/>
                  </a:cubicBezTo>
                  <a:cubicBezTo>
                    <a:pt x="0" y="16193"/>
                    <a:pt x="18098" y="0"/>
                    <a:pt x="39052" y="0"/>
                  </a:cubicBezTo>
                  <a:cubicBezTo>
                    <a:pt x="61913" y="0"/>
                    <a:pt x="79058" y="16193"/>
                    <a:pt x="79058" y="38100"/>
                  </a:cubicBezTo>
                  <a:close/>
                  <a:moveTo>
                    <a:pt x="70485" y="385763"/>
                  </a:moveTo>
                  <a:lnTo>
                    <a:pt x="8573" y="385763"/>
                  </a:lnTo>
                  <a:lnTo>
                    <a:pt x="8573"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205" name="Freihandform: Form 204"/>
            <p:cNvSpPr/>
            <p:nvPr/>
          </p:nvSpPr>
          <p:spPr>
            <a:xfrm>
              <a:off x="2699384" y="2641281"/>
              <a:ext cx="242887" cy="279082"/>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8" y="225743"/>
                    <a:pt x="132398" y="225743"/>
                  </a:cubicBezTo>
                  <a:cubicBezTo>
                    <a:pt x="157163" y="225743"/>
                    <a:pt x="177165" y="216218"/>
                    <a:pt x="198120" y="194310"/>
                  </a:cubicBezTo>
                  <a:lnTo>
                    <a:pt x="237173" y="235268"/>
                  </a:lnTo>
                  <a:cubicBezTo>
                    <a:pt x="206692" y="264795"/>
                    <a:pt x="172402" y="279083"/>
                    <a:pt x="132398" y="279083"/>
                  </a:cubicBezTo>
                  <a:close/>
                  <a:moveTo>
                    <a:pt x="62865" y="115253"/>
                  </a:moveTo>
                  <a:lnTo>
                    <a:pt x="183832" y="115253"/>
                  </a:lnTo>
                  <a:cubicBezTo>
                    <a:pt x="180975" y="74295"/>
                    <a:pt x="160020" y="50482"/>
                    <a:pt x="124777" y="50482"/>
                  </a:cubicBezTo>
                  <a:cubicBezTo>
                    <a:pt x="89535"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206" name="Freihandform: Form 205"/>
            <p:cNvSpPr/>
            <p:nvPr/>
          </p:nvSpPr>
          <p:spPr>
            <a:xfrm>
              <a:off x="2997516" y="2524124"/>
              <a:ext cx="248602" cy="396239"/>
            </a:xfrm>
            <a:custGeom>
              <a:avLst/>
              <a:gdLst>
                <a:gd name="connsiteX0" fmla="*/ 0 w 248602"/>
                <a:gd name="connsiteY0" fmla="*/ 256223 h 396239"/>
                <a:gd name="connsiteX1" fmla="*/ 108585 w 248602"/>
                <a:gd name="connsiteY1" fmla="*/ 117157 h 396239"/>
                <a:gd name="connsiteX2" fmla="*/ 185738 w 248602"/>
                <a:gd name="connsiteY2" fmla="*/ 153352 h 396239"/>
                <a:gd name="connsiteX3" fmla="*/ 186690 w 248602"/>
                <a:gd name="connsiteY3" fmla="*/ 153352 h 396239"/>
                <a:gd name="connsiteX4" fmla="*/ 186690 w 248602"/>
                <a:gd name="connsiteY4" fmla="*/ 16193 h 396239"/>
                <a:gd name="connsiteX5" fmla="*/ 248603 w 248602"/>
                <a:gd name="connsiteY5" fmla="*/ 0 h 396239"/>
                <a:gd name="connsiteX6" fmla="*/ 248603 w 248602"/>
                <a:gd name="connsiteY6" fmla="*/ 389573 h 396239"/>
                <a:gd name="connsiteX7" fmla="*/ 188595 w 248602"/>
                <a:gd name="connsiteY7" fmla="*/ 389573 h 396239"/>
                <a:gd name="connsiteX8" fmla="*/ 188595 w 248602"/>
                <a:gd name="connsiteY8" fmla="*/ 358140 h 396239"/>
                <a:gd name="connsiteX9" fmla="*/ 187642 w 248602"/>
                <a:gd name="connsiteY9" fmla="*/ 358140 h 396239"/>
                <a:gd name="connsiteX10" fmla="*/ 107633 w 248602"/>
                <a:gd name="connsiteY10" fmla="*/ 396240 h 396239"/>
                <a:gd name="connsiteX11" fmla="*/ 0 w 248602"/>
                <a:gd name="connsiteY11" fmla="*/ 256223 h 396239"/>
                <a:gd name="connsiteX12" fmla="*/ 61913 w 248602"/>
                <a:gd name="connsiteY12" fmla="*/ 256223 h 396239"/>
                <a:gd name="connsiteX13" fmla="*/ 123825 w 248602"/>
                <a:gd name="connsiteY13" fmla="*/ 341948 h 396239"/>
                <a:gd name="connsiteX14" fmla="*/ 187642 w 248602"/>
                <a:gd name="connsiteY14" fmla="*/ 306705 h 396239"/>
                <a:gd name="connsiteX15" fmla="*/ 187642 w 248602"/>
                <a:gd name="connsiteY15" fmla="*/ 208598 h 396239"/>
                <a:gd name="connsiteX16" fmla="*/ 123825 w 248602"/>
                <a:gd name="connsiteY16" fmla="*/ 173355 h 396239"/>
                <a:gd name="connsiteX17" fmla="*/ 61913 w 248602"/>
                <a:gd name="connsiteY17" fmla="*/ 256223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6223"/>
                  </a:moveTo>
                  <a:cubicBezTo>
                    <a:pt x="0" y="170498"/>
                    <a:pt x="43815" y="117157"/>
                    <a:pt x="108585" y="117157"/>
                  </a:cubicBezTo>
                  <a:cubicBezTo>
                    <a:pt x="141923" y="117157"/>
                    <a:pt x="168592" y="131445"/>
                    <a:pt x="185738" y="153352"/>
                  </a:cubicBezTo>
                  <a:lnTo>
                    <a:pt x="186690" y="153352"/>
                  </a:lnTo>
                  <a:lnTo>
                    <a:pt x="186690" y="16193"/>
                  </a:lnTo>
                  <a:lnTo>
                    <a:pt x="248603" y="0"/>
                  </a:lnTo>
                  <a:lnTo>
                    <a:pt x="248603" y="389573"/>
                  </a:lnTo>
                  <a:lnTo>
                    <a:pt x="188595" y="389573"/>
                  </a:lnTo>
                  <a:lnTo>
                    <a:pt x="188595" y="358140"/>
                  </a:lnTo>
                  <a:lnTo>
                    <a:pt x="187642" y="358140"/>
                  </a:lnTo>
                  <a:cubicBezTo>
                    <a:pt x="168592" y="381953"/>
                    <a:pt x="140970" y="396240"/>
                    <a:pt x="107633" y="396240"/>
                  </a:cubicBezTo>
                  <a:cubicBezTo>
                    <a:pt x="43815" y="396240"/>
                    <a:pt x="0" y="341948"/>
                    <a:pt x="0" y="256223"/>
                  </a:cubicBezTo>
                  <a:close/>
                  <a:moveTo>
                    <a:pt x="61913" y="256223"/>
                  </a:moveTo>
                  <a:cubicBezTo>
                    <a:pt x="61913" y="310515"/>
                    <a:pt x="84773" y="341948"/>
                    <a:pt x="123825" y="341948"/>
                  </a:cubicBezTo>
                  <a:cubicBezTo>
                    <a:pt x="147638" y="341948"/>
                    <a:pt x="167640" y="330517"/>
                    <a:pt x="187642" y="306705"/>
                  </a:cubicBezTo>
                  <a:lnTo>
                    <a:pt x="187642" y="208598"/>
                  </a:lnTo>
                  <a:cubicBezTo>
                    <a:pt x="169545" y="184785"/>
                    <a:pt x="149542" y="173355"/>
                    <a:pt x="123825" y="173355"/>
                  </a:cubicBezTo>
                  <a:cubicBezTo>
                    <a:pt x="82867" y="173355"/>
                    <a:pt x="61913" y="202883"/>
                    <a:pt x="61913" y="256223"/>
                  </a:cubicBezTo>
                  <a:close/>
                </a:path>
              </a:pathLst>
            </a:custGeom>
            <a:solidFill>
              <a:srgbClr val="041E42"/>
            </a:solidFill>
            <a:ln w="9525" cap="flat">
              <a:noFill/>
              <a:prstDash val="solid"/>
              <a:miter/>
            </a:ln>
          </p:spPr>
          <p:txBody>
            <a:bodyPr rtlCol="0" anchor="ctr"/>
            <a:lstStyle/>
            <a:p>
              <a:endParaRPr lang="de-DE"/>
            </a:p>
          </p:txBody>
        </p:sp>
        <p:sp>
          <p:nvSpPr>
            <p:cNvPr id="207" name="Freihandform: Form 206"/>
            <p:cNvSpPr/>
            <p:nvPr/>
          </p:nvSpPr>
          <p:spPr>
            <a:xfrm>
              <a:off x="3328987"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208" name="Freihandform: Form 207"/>
            <p:cNvSpPr/>
            <p:nvPr/>
          </p:nvSpPr>
          <p:spPr>
            <a:xfrm>
              <a:off x="3533774" y="2528887"/>
              <a:ext cx="79057" cy="385762"/>
            </a:xfrm>
            <a:custGeom>
              <a:avLst/>
              <a:gdLst>
                <a:gd name="connsiteX0" fmla="*/ 79058 w 79057"/>
                <a:gd name="connsiteY0" fmla="*/ 38100 h 385762"/>
                <a:gd name="connsiteX1" fmla="*/ 39053 w 79057"/>
                <a:gd name="connsiteY1" fmla="*/ 76200 h 385762"/>
                <a:gd name="connsiteX2" fmla="*/ 0 w 79057"/>
                <a:gd name="connsiteY2" fmla="*/ 38100 h 385762"/>
                <a:gd name="connsiteX3" fmla="*/ 39053 w 79057"/>
                <a:gd name="connsiteY3" fmla="*/ 0 h 385762"/>
                <a:gd name="connsiteX4" fmla="*/ 79058 w 79057"/>
                <a:gd name="connsiteY4" fmla="*/ 38100 h 385762"/>
                <a:gd name="connsiteX5" fmla="*/ 70485 w 79057"/>
                <a:gd name="connsiteY5" fmla="*/ 385763 h 385762"/>
                <a:gd name="connsiteX6" fmla="*/ 8572 w 79057"/>
                <a:gd name="connsiteY6" fmla="*/ 385763 h 385762"/>
                <a:gd name="connsiteX7" fmla="*/ 8572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8" y="38100"/>
                  </a:moveTo>
                  <a:cubicBezTo>
                    <a:pt x="79058" y="60007"/>
                    <a:pt x="60960" y="76200"/>
                    <a:pt x="39053" y="76200"/>
                  </a:cubicBezTo>
                  <a:cubicBezTo>
                    <a:pt x="17145" y="76200"/>
                    <a:pt x="0" y="60960"/>
                    <a:pt x="0" y="38100"/>
                  </a:cubicBezTo>
                  <a:cubicBezTo>
                    <a:pt x="0" y="16193"/>
                    <a:pt x="18097" y="0"/>
                    <a:pt x="39053" y="0"/>
                  </a:cubicBezTo>
                  <a:cubicBezTo>
                    <a:pt x="60960" y="0"/>
                    <a:pt x="79058" y="16193"/>
                    <a:pt x="79058" y="38100"/>
                  </a:cubicBezTo>
                  <a:close/>
                  <a:moveTo>
                    <a:pt x="70485" y="385763"/>
                  </a:moveTo>
                  <a:lnTo>
                    <a:pt x="8572" y="385763"/>
                  </a:lnTo>
                  <a:lnTo>
                    <a:pt x="8572"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209" name="Freihandform: Form 208"/>
            <p:cNvSpPr/>
            <p:nvPr/>
          </p:nvSpPr>
          <p:spPr>
            <a:xfrm>
              <a:off x="3671887" y="2640329"/>
              <a:ext cx="224790" cy="280034"/>
            </a:xfrm>
            <a:custGeom>
              <a:avLst/>
              <a:gdLst>
                <a:gd name="connsiteX0" fmla="*/ 222885 w 224790"/>
                <a:gd name="connsiteY0" fmla="*/ 237172 h 280034"/>
                <a:gd name="connsiteX1" fmla="*/ 127635 w 224790"/>
                <a:gd name="connsiteY1" fmla="*/ 280035 h 280034"/>
                <a:gd name="connsiteX2" fmla="*/ 0 w 224790"/>
                <a:gd name="connsiteY2" fmla="*/ 140970 h 280034"/>
                <a:gd name="connsiteX3" fmla="*/ 128588 w 224790"/>
                <a:gd name="connsiteY3" fmla="*/ 0 h 280034"/>
                <a:gd name="connsiteX4" fmla="*/ 224790 w 224790"/>
                <a:gd name="connsiteY4" fmla="*/ 45720 h 280034"/>
                <a:gd name="connsiteX5" fmla="*/ 181928 w 224790"/>
                <a:gd name="connsiteY5" fmla="*/ 86678 h 280034"/>
                <a:gd name="connsiteX6" fmla="*/ 128588 w 224790"/>
                <a:gd name="connsiteY6" fmla="*/ 57150 h 280034"/>
                <a:gd name="connsiteX7" fmla="*/ 62865 w 224790"/>
                <a:gd name="connsiteY7" fmla="*/ 140018 h 280034"/>
                <a:gd name="connsiteX8" fmla="*/ 128588 w 224790"/>
                <a:gd name="connsiteY8" fmla="*/ 222885 h 280034"/>
                <a:gd name="connsiteX9" fmla="*/ 183833 w 224790"/>
                <a:gd name="connsiteY9" fmla="*/ 193358 h 280034"/>
                <a:gd name="connsiteX10" fmla="*/ 222885 w 224790"/>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210" name="Freihandform: Form 209"/>
            <p:cNvSpPr/>
            <p:nvPr/>
          </p:nvSpPr>
          <p:spPr>
            <a:xfrm>
              <a:off x="3950016" y="2524124"/>
              <a:ext cx="228600" cy="391477"/>
            </a:xfrm>
            <a:custGeom>
              <a:avLst/>
              <a:gdLst>
                <a:gd name="connsiteX0" fmla="*/ 228600 w 228600"/>
                <a:gd name="connsiteY0" fmla="*/ 390525 h 391477"/>
                <a:gd name="connsiteX1" fmla="*/ 166688 w 228600"/>
                <a:gd name="connsiteY1" fmla="*/ 390525 h 391477"/>
                <a:gd name="connsiteX2" fmla="*/ 166688 w 228600"/>
                <a:gd name="connsiteY2" fmla="*/ 238125 h 391477"/>
                <a:gd name="connsiteX3" fmla="*/ 117158 w 228600"/>
                <a:gd name="connsiteY3" fmla="*/ 173355 h 391477"/>
                <a:gd name="connsiteX4" fmla="*/ 61913 w 228600"/>
                <a:gd name="connsiteY4" fmla="*/ 238125 h 391477"/>
                <a:gd name="connsiteX5" fmla="*/ 61913 w 228600"/>
                <a:gd name="connsiteY5" fmla="*/ 391478 h 391477"/>
                <a:gd name="connsiteX6" fmla="*/ 0 w 228600"/>
                <a:gd name="connsiteY6" fmla="*/ 391478 h 391477"/>
                <a:gd name="connsiteX7" fmla="*/ 0 w 228600"/>
                <a:gd name="connsiteY7" fmla="*/ 16193 h 391477"/>
                <a:gd name="connsiteX8" fmla="*/ 61913 w 228600"/>
                <a:gd name="connsiteY8" fmla="*/ 0 h 391477"/>
                <a:gd name="connsiteX9" fmla="*/ 61913 w 228600"/>
                <a:gd name="connsiteY9" fmla="*/ 155258 h 391477"/>
                <a:gd name="connsiteX10" fmla="*/ 62865 w 228600"/>
                <a:gd name="connsiteY10" fmla="*/ 155258 h 391477"/>
                <a:gd name="connsiteX11" fmla="*/ 140970 w 228600"/>
                <a:gd name="connsiteY11" fmla="*/ 116205 h 391477"/>
                <a:gd name="connsiteX12" fmla="*/ 228600 w 228600"/>
                <a:gd name="connsiteY12" fmla="*/ 223838 h 391477"/>
                <a:gd name="connsiteX13" fmla="*/ 228600 w 228600"/>
                <a:gd name="connsiteY13" fmla="*/ 390525 h 39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1477">
                  <a:moveTo>
                    <a:pt x="228600" y="390525"/>
                  </a:moveTo>
                  <a:lnTo>
                    <a:pt x="166688" y="390525"/>
                  </a:lnTo>
                  <a:lnTo>
                    <a:pt x="166688" y="238125"/>
                  </a:lnTo>
                  <a:cubicBezTo>
                    <a:pt x="166688" y="199073"/>
                    <a:pt x="154305" y="173355"/>
                    <a:pt x="117158" y="173355"/>
                  </a:cubicBezTo>
                  <a:cubicBezTo>
                    <a:pt x="74295" y="173355"/>
                    <a:pt x="61913" y="207645"/>
                    <a:pt x="61913" y="238125"/>
                  </a:cubicBezTo>
                  <a:lnTo>
                    <a:pt x="61913" y="391478"/>
                  </a:lnTo>
                  <a:lnTo>
                    <a:pt x="0" y="391478"/>
                  </a:lnTo>
                  <a:lnTo>
                    <a:pt x="0" y="16193"/>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90525"/>
                  </a:lnTo>
                  <a:close/>
                </a:path>
              </a:pathLst>
            </a:custGeom>
            <a:solidFill>
              <a:srgbClr val="041E42"/>
            </a:solidFill>
            <a:ln w="9525" cap="flat">
              <a:noFill/>
              <a:prstDash val="solid"/>
              <a:miter/>
            </a:ln>
          </p:spPr>
          <p:txBody>
            <a:bodyPr rtlCol="0" anchor="ctr"/>
            <a:lstStyle/>
            <a:p>
              <a:endParaRPr lang="de-DE"/>
            </a:p>
          </p:txBody>
        </p:sp>
        <p:sp>
          <p:nvSpPr>
            <p:cNvPr id="211" name="Freihandform: Form 210"/>
            <p:cNvSpPr/>
            <p:nvPr/>
          </p:nvSpPr>
          <p:spPr>
            <a:xfrm>
              <a:off x="4251006" y="2721291"/>
              <a:ext cx="130492" cy="59055"/>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212" name="Freihandform: Form 211"/>
            <p:cNvSpPr/>
            <p:nvPr/>
          </p:nvSpPr>
          <p:spPr>
            <a:xfrm>
              <a:off x="4413884" y="2545079"/>
              <a:ext cx="343852" cy="368617"/>
            </a:xfrm>
            <a:custGeom>
              <a:avLst/>
              <a:gdLst>
                <a:gd name="connsiteX0" fmla="*/ 137160 w 343852"/>
                <a:gd name="connsiteY0" fmla="*/ 0 h 368617"/>
                <a:gd name="connsiteX1" fmla="*/ 206693 w 343852"/>
                <a:gd name="connsiteY1" fmla="*/ 0 h 368617"/>
                <a:gd name="connsiteX2" fmla="*/ 343853 w 343852"/>
                <a:gd name="connsiteY2" fmla="*/ 368618 h 368617"/>
                <a:gd name="connsiteX3" fmla="*/ 272415 w 343852"/>
                <a:gd name="connsiteY3" fmla="*/ 368618 h 368617"/>
                <a:gd name="connsiteX4" fmla="*/ 245745 w 343852"/>
                <a:gd name="connsiteY4" fmla="*/ 290512 h 368617"/>
                <a:gd name="connsiteX5" fmla="*/ 96203 w 343852"/>
                <a:gd name="connsiteY5" fmla="*/ 290512 h 368617"/>
                <a:gd name="connsiteX6" fmla="*/ 69533 w 343852"/>
                <a:gd name="connsiteY6" fmla="*/ 368618 h 368617"/>
                <a:gd name="connsiteX7" fmla="*/ 0 w 343852"/>
                <a:gd name="connsiteY7" fmla="*/ 368618 h 368617"/>
                <a:gd name="connsiteX8" fmla="*/ 137160 w 343852"/>
                <a:gd name="connsiteY8" fmla="*/ 0 h 368617"/>
                <a:gd name="connsiteX9" fmla="*/ 116205 w 343852"/>
                <a:gd name="connsiteY9" fmla="*/ 231458 h 368617"/>
                <a:gd name="connsiteX10" fmla="*/ 223838 w 343852"/>
                <a:gd name="connsiteY10" fmla="*/ 231458 h 368617"/>
                <a:gd name="connsiteX11" fmla="*/ 170497 w 343852"/>
                <a:gd name="connsiteY11" fmla="*/ 75247 h 368617"/>
                <a:gd name="connsiteX12" fmla="*/ 169545 w 343852"/>
                <a:gd name="connsiteY12" fmla="*/ 75247 h 368617"/>
                <a:gd name="connsiteX13" fmla="*/ 116205 w 343852"/>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3852" h="368617">
                  <a:moveTo>
                    <a:pt x="137160" y="0"/>
                  </a:moveTo>
                  <a:lnTo>
                    <a:pt x="206693" y="0"/>
                  </a:lnTo>
                  <a:lnTo>
                    <a:pt x="343853" y="368618"/>
                  </a:lnTo>
                  <a:lnTo>
                    <a:pt x="272415" y="368618"/>
                  </a:lnTo>
                  <a:lnTo>
                    <a:pt x="245745" y="290512"/>
                  </a:lnTo>
                  <a:lnTo>
                    <a:pt x="96203" y="290512"/>
                  </a:lnTo>
                  <a:lnTo>
                    <a:pt x="69533" y="368618"/>
                  </a:lnTo>
                  <a:lnTo>
                    <a:pt x="0" y="368618"/>
                  </a:lnTo>
                  <a:lnTo>
                    <a:pt x="137160" y="0"/>
                  </a:lnTo>
                  <a:close/>
                  <a:moveTo>
                    <a:pt x="116205" y="231458"/>
                  </a:moveTo>
                  <a:lnTo>
                    <a:pt x="223838" y="231458"/>
                  </a:lnTo>
                  <a:lnTo>
                    <a:pt x="170497"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213" name="Freihandform: Form 212"/>
            <p:cNvSpPr/>
            <p:nvPr/>
          </p:nvSpPr>
          <p:spPr>
            <a:xfrm>
              <a:off x="4812029" y="2525076"/>
              <a:ext cx="61912" cy="389572"/>
            </a:xfrm>
            <a:custGeom>
              <a:avLst/>
              <a:gdLst>
                <a:gd name="connsiteX0" fmla="*/ 61913 w 61912"/>
                <a:gd name="connsiteY0" fmla="*/ 389573 h 389572"/>
                <a:gd name="connsiteX1" fmla="*/ 0 w 61912"/>
                <a:gd name="connsiteY1" fmla="*/ 389573 h 389572"/>
                <a:gd name="connsiteX2" fmla="*/ 0 w 61912"/>
                <a:gd name="connsiteY2" fmla="*/ 14288 h 389572"/>
                <a:gd name="connsiteX3" fmla="*/ 61913 w 61912"/>
                <a:gd name="connsiteY3" fmla="*/ 0 h 389572"/>
                <a:gd name="connsiteX4" fmla="*/ 61913 w 61912"/>
                <a:gd name="connsiteY4" fmla="*/ 389573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3"/>
                  </a:moveTo>
                  <a:lnTo>
                    <a:pt x="0" y="389573"/>
                  </a:lnTo>
                  <a:lnTo>
                    <a:pt x="0" y="14288"/>
                  </a:lnTo>
                  <a:lnTo>
                    <a:pt x="61913" y="0"/>
                  </a:lnTo>
                  <a:lnTo>
                    <a:pt x="61913" y="389573"/>
                  </a:lnTo>
                  <a:close/>
                </a:path>
              </a:pathLst>
            </a:custGeom>
            <a:solidFill>
              <a:srgbClr val="041E42"/>
            </a:solidFill>
            <a:ln w="9525" cap="flat">
              <a:noFill/>
              <a:prstDash val="solid"/>
              <a:miter/>
            </a:ln>
          </p:spPr>
          <p:txBody>
            <a:bodyPr rtlCol="0" anchor="ctr"/>
            <a:lstStyle/>
            <a:p>
              <a:endParaRPr lang="de-DE"/>
            </a:p>
          </p:txBody>
        </p:sp>
        <p:sp>
          <p:nvSpPr>
            <p:cNvPr id="214" name="Freihandform: Form 213"/>
            <p:cNvSpPr/>
            <p:nvPr/>
          </p:nvSpPr>
          <p:spPr>
            <a:xfrm>
              <a:off x="4941569" y="2641281"/>
              <a:ext cx="242887" cy="279082"/>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3818 w 242887"/>
                <a:gd name="connsiteY5" fmla="*/ 160972 h 279082"/>
                <a:gd name="connsiteX6" fmla="*/ 133350 w 242887"/>
                <a:gd name="connsiteY6" fmla="*/ 225743 h 279082"/>
                <a:gd name="connsiteX7" fmla="*/ 199073 w 242887"/>
                <a:gd name="connsiteY7" fmla="*/ 194310 h 279082"/>
                <a:gd name="connsiteX8" fmla="*/ 238125 w 242887"/>
                <a:gd name="connsiteY8" fmla="*/ 235268 h 279082"/>
                <a:gd name="connsiteX9" fmla="*/ 132398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3818" y="160972"/>
                  </a:lnTo>
                  <a:cubicBezTo>
                    <a:pt x="70485" y="201930"/>
                    <a:pt x="95250" y="225743"/>
                    <a:pt x="133350" y="225743"/>
                  </a:cubicBezTo>
                  <a:cubicBezTo>
                    <a:pt x="158115" y="225743"/>
                    <a:pt x="178118" y="216218"/>
                    <a:pt x="199073" y="194310"/>
                  </a:cubicBezTo>
                  <a:lnTo>
                    <a:pt x="238125"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w="9525" cap="flat">
              <a:noFill/>
              <a:prstDash val="solid"/>
              <a:miter/>
            </a:ln>
          </p:spPr>
          <p:txBody>
            <a:bodyPr rtlCol="0" anchor="ctr"/>
            <a:lstStyle/>
            <a:p>
              <a:endParaRPr lang="de-DE"/>
            </a:p>
          </p:txBody>
        </p:sp>
        <p:sp>
          <p:nvSpPr>
            <p:cNvPr id="215" name="Freihandform: Form 214"/>
            <p:cNvSpPr/>
            <p:nvPr/>
          </p:nvSpPr>
          <p:spPr>
            <a:xfrm>
              <a:off x="5217794" y="2647949"/>
              <a:ext cx="255270" cy="266700"/>
            </a:xfrm>
            <a:custGeom>
              <a:avLst/>
              <a:gdLst>
                <a:gd name="connsiteX0" fmla="*/ 255270 w 255270"/>
                <a:gd name="connsiteY0" fmla="*/ 266700 h 266700"/>
                <a:gd name="connsiteX1" fmla="*/ 183833 w 255270"/>
                <a:gd name="connsiteY1" fmla="*/ 266700 h 266700"/>
                <a:gd name="connsiteX2" fmla="*/ 126683 w 255270"/>
                <a:gd name="connsiteY2" fmla="*/ 174308 h 266700"/>
                <a:gd name="connsiteX3" fmla="*/ 125730 w 255270"/>
                <a:gd name="connsiteY3" fmla="*/ 174308 h 266700"/>
                <a:gd name="connsiteX4" fmla="*/ 70485 w 255270"/>
                <a:gd name="connsiteY4" fmla="*/ 266700 h 266700"/>
                <a:gd name="connsiteX5" fmla="*/ 0 w 255270"/>
                <a:gd name="connsiteY5" fmla="*/ 266700 h 266700"/>
                <a:gd name="connsiteX6" fmla="*/ 91440 w 255270"/>
                <a:gd name="connsiteY6" fmla="*/ 128588 h 266700"/>
                <a:gd name="connsiteX7" fmla="*/ 6668 w 255270"/>
                <a:gd name="connsiteY7" fmla="*/ 0 h 266700"/>
                <a:gd name="connsiteX8" fmla="*/ 77153 w 255270"/>
                <a:gd name="connsiteY8" fmla="*/ 0 h 266700"/>
                <a:gd name="connsiteX9" fmla="*/ 127635 w 255270"/>
                <a:gd name="connsiteY9" fmla="*/ 81915 h 266700"/>
                <a:gd name="connsiteX10" fmla="*/ 128588 w 255270"/>
                <a:gd name="connsiteY10" fmla="*/ 81915 h 266700"/>
                <a:gd name="connsiteX11" fmla="*/ 178118 w 255270"/>
                <a:gd name="connsiteY11" fmla="*/ 0 h 266700"/>
                <a:gd name="connsiteX12" fmla="*/ 247650 w 255270"/>
                <a:gd name="connsiteY12" fmla="*/ 0 h 266700"/>
                <a:gd name="connsiteX13" fmla="*/ 163830 w 255270"/>
                <a:gd name="connsiteY13" fmla="*/ 127635 h 266700"/>
                <a:gd name="connsiteX14" fmla="*/ 255270 w 255270"/>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70" h="266700">
                  <a:moveTo>
                    <a:pt x="255270" y="266700"/>
                  </a:moveTo>
                  <a:lnTo>
                    <a:pt x="183833" y="266700"/>
                  </a:lnTo>
                  <a:lnTo>
                    <a:pt x="126683" y="174308"/>
                  </a:lnTo>
                  <a:lnTo>
                    <a:pt x="125730" y="174308"/>
                  </a:lnTo>
                  <a:lnTo>
                    <a:pt x="70485" y="266700"/>
                  </a:lnTo>
                  <a:lnTo>
                    <a:pt x="0" y="266700"/>
                  </a:lnTo>
                  <a:lnTo>
                    <a:pt x="91440" y="128588"/>
                  </a:lnTo>
                  <a:lnTo>
                    <a:pt x="6668" y="0"/>
                  </a:lnTo>
                  <a:lnTo>
                    <a:pt x="77153" y="0"/>
                  </a:lnTo>
                  <a:lnTo>
                    <a:pt x="127635" y="81915"/>
                  </a:lnTo>
                  <a:lnTo>
                    <a:pt x="128588" y="81915"/>
                  </a:lnTo>
                  <a:lnTo>
                    <a:pt x="178118"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216" name="Freihandform: Form 215"/>
            <p:cNvSpPr/>
            <p:nvPr/>
          </p:nvSpPr>
          <p:spPr>
            <a:xfrm>
              <a:off x="5506402" y="2641281"/>
              <a:ext cx="225742" cy="279082"/>
            </a:xfrm>
            <a:custGeom>
              <a:avLst/>
              <a:gdLst>
                <a:gd name="connsiteX0" fmla="*/ 114300 w 225742"/>
                <a:gd name="connsiteY0" fmla="*/ 107632 h 279082"/>
                <a:gd name="connsiteX1" fmla="*/ 164782 w 225742"/>
                <a:gd name="connsiteY1" fmla="*/ 113347 h 279082"/>
                <a:gd name="connsiteX2" fmla="*/ 164782 w 225742"/>
                <a:gd name="connsiteY2" fmla="*/ 103822 h 279082"/>
                <a:gd name="connsiteX3" fmla="*/ 105728 w 225742"/>
                <a:gd name="connsiteY3" fmla="*/ 52388 h 279082"/>
                <a:gd name="connsiteX4" fmla="*/ 38100 w 225742"/>
                <a:gd name="connsiteY4" fmla="*/ 67628 h 279082"/>
                <a:gd name="connsiteX5" fmla="*/ 24765 w 225742"/>
                <a:gd name="connsiteY5" fmla="*/ 15240 h 279082"/>
                <a:gd name="connsiteX6" fmla="*/ 112395 w 225742"/>
                <a:gd name="connsiteY6" fmla="*/ 0 h 279082"/>
                <a:gd name="connsiteX7" fmla="*/ 225742 w 225742"/>
                <a:gd name="connsiteY7" fmla="*/ 102870 h 279082"/>
                <a:gd name="connsiteX8" fmla="*/ 225742 w 225742"/>
                <a:gd name="connsiteY8" fmla="*/ 273368 h 279082"/>
                <a:gd name="connsiteX9" fmla="*/ 166688 w 225742"/>
                <a:gd name="connsiteY9" fmla="*/ 273368 h 279082"/>
                <a:gd name="connsiteX10" fmla="*/ 166688 w 225742"/>
                <a:gd name="connsiteY10" fmla="*/ 244793 h 279082"/>
                <a:gd name="connsiteX11" fmla="*/ 165735 w 225742"/>
                <a:gd name="connsiteY11" fmla="*/ 244793 h 279082"/>
                <a:gd name="connsiteX12" fmla="*/ 87630 w 225742"/>
                <a:gd name="connsiteY12" fmla="*/ 279083 h 279082"/>
                <a:gd name="connsiteX13" fmla="*/ 0 w 225742"/>
                <a:gd name="connsiteY13" fmla="*/ 194310 h 279082"/>
                <a:gd name="connsiteX14" fmla="*/ 114300 w 225742"/>
                <a:gd name="connsiteY14" fmla="*/ 107632 h 279082"/>
                <a:gd name="connsiteX15" fmla="*/ 103822 w 225742"/>
                <a:gd name="connsiteY15" fmla="*/ 232410 h 279082"/>
                <a:gd name="connsiteX16" fmla="*/ 164782 w 225742"/>
                <a:gd name="connsiteY16" fmla="*/ 200025 h 279082"/>
                <a:gd name="connsiteX17" fmla="*/ 164782 w 225742"/>
                <a:gd name="connsiteY17" fmla="*/ 154305 h 279082"/>
                <a:gd name="connsiteX18" fmla="*/ 120967 w 225742"/>
                <a:gd name="connsiteY18" fmla="*/ 149543 h 279082"/>
                <a:gd name="connsiteX19" fmla="*/ 59055 w 225742"/>
                <a:gd name="connsiteY19" fmla="*/ 193358 h 279082"/>
                <a:gd name="connsiteX20" fmla="*/ 103822 w 225742"/>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42" h="279082">
                  <a:moveTo>
                    <a:pt x="114300" y="107632"/>
                  </a:moveTo>
                  <a:cubicBezTo>
                    <a:pt x="131445" y="107632"/>
                    <a:pt x="147638" y="108585"/>
                    <a:pt x="164782" y="113347"/>
                  </a:cubicBezTo>
                  <a:lnTo>
                    <a:pt x="164782" y="103822"/>
                  </a:lnTo>
                  <a:cubicBezTo>
                    <a:pt x="164782" y="69532"/>
                    <a:pt x="144780" y="52388"/>
                    <a:pt x="105728" y="52388"/>
                  </a:cubicBezTo>
                  <a:cubicBezTo>
                    <a:pt x="83820" y="52388"/>
                    <a:pt x="60007" y="57150"/>
                    <a:pt x="38100" y="67628"/>
                  </a:cubicBezTo>
                  <a:lnTo>
                    <a:pt x="24765" y="15240"/>
                  </a:lnTo>
                  <a:cubicBezTo>
                    <a:pt x="49530" y="5715"/>
                    <a:pt x="81915" y="0"/>
                    <a:pt x="112395" y="0"/>
                  </a:cubicBezTo>
                  <a:cubicBezTo>
                    <a:pt x="187642" y="0"/>
                    <a:pt x="225742" y="35243"/>
                    <a:pt x="225742" y="102870"/>
                  </a:cubicBezTo>
                  <a:lnTo>
                    <a:pt x="225742" y="273368"/>
                  </a:lnTo>
                  <a:lnTo>
                    <a:pt x="166688" y="273368"/>
                  </a:lnTo>
                  <a:lnTo>
                    <a:pt x="166688" y="244793"/>
                  </a:lnTo>
                  <a:lnTo>
                    <a:pt x="165735" y="244793"/>
                  </a:lnTo>
                  <a:cubicBezTo>
                    <a:pt x="142875" y="268605"/>
                    <a:pt x="119063" y="279083"/>
                    <a:pt x="87630" y="279083"/>
                  </a:cubicBezTo>
                  <a:cubicBezTo>
                    <a:pt x="34290" y="279083"/>
                    <a:pt x="0" y="245745"/>
                    <a:pt x="0" y="194310"/>
                  </a:cubicBezTo>
                  <a:cubicBezTo>
                    <a:pt x="0" y="138113"/>
                    <a:pt x="40005" y="107632"/>
                    <a:pt x="114300" y="107632"/>
                  </a:cubicBezTo>
                  <a:close/>
                  <a:moveTo>
                    <a:pt x="103822" y="232410"/>
                  </a:moveTo>
                  <a:cubicBezTo>
                    <a:pt x="126682" y="232410"/>
                    <a:pt x="147638" y="220980"/>
                    <a:pt x="164782" y="200025"/>
                  </a:cubicBezTo>
                  <a:lnTo>
                    <a:pt x="164782" y="154305"/>
                  </a:lnTo>
                  <a:cubicBezTo>
                    <a:pt x="150495" y="150495"/>
                    <a:pt x="135255" y="149543"/>
                    <a:pt x="120967" y="149543"/>
                  </a:cubicBezTo>
                  <a:cubicBezTo>
                    <a:pt x="81915" y="149543"/>
                    <a:pt x="59055" y="164783"/>
                    <a:pt x="59055" y="193358"/>
                  </a:cubicBezTo>
                  <a:cubicBezTo>
                    <a:pt x="59055" y="217170"/>
                    <a:pt x="76200" y="232410"/>
                    <a:pt x="103822" y="232410"/>
                  </a:cubicBezTo>
                  <a:close/>
                </a:path>
              </a:pathLst>
            </a:custGeom>
            <a:solidFill>
              <a:srgbClr val="041E42"/>
            </a:solidFill>
            <a:ln w="9525" cap="flat">
              <a:noFill/>
              <a:prstDash val="solid"/>
              <a:miter/>
            </a:ln>
          </p:spPr>
          <p:txBody>
            <a:bodyPr rtlCol="0" anchor="ctr"/>
            <a:lstStyle/>
            <a:p>
              <a:endParaRPr lang="de-DE"/>
            </a:p>
          </p:txBody>
        </p:sp>
        <p:sp>
          <p:nvSpPr>
            <p:cNvPr id="217" name="Freihandform: Form 216"/>
            <p:cNvSpPr/>
            <p:nvPr/>
          </p:nvSpPr>
          <p:spPr>
            <a:xfrm>
              <a:off x="5812154" y="2642234"/>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7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7" y="55245"/>
                    <a:pt x="117157" y="55245"/>
                  </a:cubicBezTo>
                  <a:cubicBezTo>
                    <a:pt x="73342" y="55245"/>
                    <a:pt x="61913" y="90488"/>
                    <a:pt x="61913" y="120015"/>
                  </a:cubicBezTo>
                  <a:lnTo>
                    <a:pt x="61913" y="273367"/>
                  </a:lnTo>
                  <a:lnTo>
                    <a:pt x="0" y="273367"/>
                  </a:lnTo>
                  <a:lnTo>
                    <a:pt x="0" y="6667"/>
                  </a:lnTo>
                  <a:lnTo>
                    <a:pt x="61913" y="6667"/>
                  </a:lnTo>
                  <a:lnTo>
                    <a:pt x="61913" y="39052"/>
                  </a:lnTo>
                  <a:lnTo>
                    <a:pt x="62865" y="39052"/>
                  </a:lnTo>
                  <a:cubicBezTo>
                    <a:pt x="79057" y="15240"/>
                    <a:pt x="106680" y="0"/>
                    <a:pt x="140970" y="0"/>
                  </a:cubicBezTo>
                  <a:cubicBezTo>
                    <a:pt x="201930" y="0"/>
                    <a:pt x="228600" y="44767"/>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218" name="Freihandform: Form 217"/>
            <p:cNvSpPr/>
            <p:nvPr/>
          </p:nvSpPr>
          <p:spPr>
            <a:xfrm>
              <a:off x="6106477" y="2524124"/>
              <a:ext cx="248602" cy="396239"/>
            </a:xfrm>
            <a:custGeom>
              <a:avLst/>
              <a:gdLst>
                <a:gd name="connsiteX0" fmla="*/ 0 w 248602"/>
                <a:gd name="connsiteY0" fmla="*/ 256223 h 396239"/>
                <a:gd name="connsiteX1" fmla="*/ 108585 w 248602"/>
                <a:gd name="connsiteY1" fmla="*/ 117157 h 396239"/>
                <a:gd name="connsiteX2" fmla="*/ 185738 w 248602"/>
                <a:gd name="connsiteY2" fmla="*/ 153352 h 396239"/>
                <a:gd name="connsiteX3" fmla="*/ 186690 w 248602"/>
                <a:gd name="connsiteY3" fmla="*/ 153352 h 396239"/>
                <a:gd name="connsiteX4" fmla="*/ 186690 w 248602"/>
                <a:gd name="connsiteY4" fmla="*/ 16193 h 396239"/>
                <a:gd name="connsiteX5" fmla="*/ 248603 w 248602"/>
                <a:gd name="connsiteY5" fmla="*/ 0 h 396239"/>
                <a:gd name="connsiteX6" fmla="*/ 248603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6223 h 396239"/>
                <a:gd name="connsiteX12" fmla="*/ 61913 w 248602"/>
                <a:gd name="connsiteY12" fmla="*/ 256223 h 396239"/>
                <a:gd name="connsiteX13" fmla="*/ 123825 w 248602"/>
                <a:gd name="connsiteY13" fmla="*/ 341948 h 396239"/>
                <a:gd name="connsiteX14" fmla="*/ 187642 w 248602"/>
                <a:gd name="connsiteY14" fmla="*/ 306705 h 396239"/>
                <a:gd name="connsiteX15" fmla="*/ 187642 w 248602"/>
                <a:gd name="connsiteY15" fmla="*/ 208598 h 396239"/>
                <a:gd name="connsiteX16" fmla="*/ 123825 w 248602"/>
                <a:gd name="connsiteY16" fmla="*/ 173355 h 396239"/>
                <a:gd name="connsiteX17" fmla="*/ 61913 w 248602"/>
                <a:gd name="connsiteY17" fmla="*/ 256223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6223"/>
                  </a:moveTo>
                  <a:cubicBezTo>
                    <a:pt x="0" y="170498"/>
                    <a:pt x="43815" y="117157"/>
                    <a:pt x="108585" y="117157"/>
                  </a:cubicBezTo>
                  <a:cubicBezTo>
                    <a:pt x="141922" y="117157"/>
                    <a:pt x="168592" y="131445"/>
                    <a:pt x="185738" y="153352"/>
                  </a:cubicBezTo>
                  <a:lnTo>
                    <a:pt x="186690" y="153352"/>
                  </a:lnTo>
                  <a:lnTo>
                    <a:pt x="186690" y="16193"/>
                  </a:lnTo>
                  <a:lnTo>
                    <a:pt x="248603" y="0"/>
                  </a:lnTo>
                  <a:lnTo>
                    <a:pt x="248603" y="389573"/>
                  </a:lnTo>
                  <a:lnTo>
                    <a:pt x="187642" y="389573"/>
                  </a:lnTo>
                  <a:lnTo>
                    <a:pt x="187642" y="358140"/>
                  </a:lnTo>
                  <a:lnTo>
                    <a:pt x="186690" y="358140"/>
                  </a:lnTo>
                  <a:cubicBezTo>
                    <a:pt x="167640" y="381953"/>
                    <a:pt x="140017" y="396240"/>
                    <a:pt x="106680" y="396240"/>
                  </a:cubicBezTo>
                  <a:cubicBezTo>
                    <a:pt x="43815" y="396240"/>
                    <a:pt x="0" y="341948"/>
                    <a:pt x="0" y="256223"/>
                  </a:cubicBezTo>
                  <a:close/>
                  <a:moveTo>
                    <a:pt x="61913" y="256223"/>
                  </a:moveTo>
                  <a:cubicBezTo>
                    <a:pt x="61913" y="310515"/>
                    <a:pt x="84772" y="341948"/>
                    <a:pt x="123825" y="341948"/>
                  </a:cubicBezTo>
                  <a:cubicBezTo>
                    <a:pt x="147638" y="341948"/>
                    <a:pt x="167640" y="330517"/>
                    <a:pt x="187642" y="306705"/>
                  </a:cubicBezTo>
                  <a:lnTo>
                    <a:pt x="187642" y="208598"/>
                  </a:lnTo>
                  <a:cubicBezTo>
                    <a:pt x="169545" y="184785"/>
                    <a:pt x="149542" y="173355"/>
                    <a:pt x="123825" y="173355"/>
                  </a:cubicBezTo>
                  <a:cubicBezTo>
                    <a:pt x="83820" y="173355"/>
                    <a:pt x="61913" y="202883"/>
                    <a:pt x="61913" y="256223"/>
                  </a:cubicBezTo>
                  <a:close/>
                </a:path>
              </a:pathLst>
            </a:custGeom>
            <a:solidFill>
              <a:srgbClr val="041E42"/>
            </a:solidFill>
            <a:ln w="9525" cap="flat">
              <a:noFill/>
              <a:prstDash val="solid"/>
              <a:miter/>
            </a:ln>
          </p:spPr>
          <p:txBody>
            <a:bodyPr rtlCol="0" anchor="ctr"/>
            <a:lstStyle/>
            <a:p>
              <a:endParaRPr lang="de-DE"/>
            </a:p>
          </p:txBody>
        </p:sp>
        <p:sp>
          <p:nvSpPr>
            <p:cNvPr id="219" name="Freihandform: Form 218"/>
            <p:cNvSpPr/>
            <p:nvPr/>
          </p:nvSpPr>
          <p:spPr>
            <a:xfrm>
              <a:off x="6423659" y="2641281"/>
              <a:ext cx="242887" cy="279082"/>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7" y="225743"/>
                    <a:pt x="132397" y="225743"/>
                  </a:cubicBezTo>
                  <a:cubicBezTo>
                    <a:pt x="157163" y="225743"/>
                    <a:pt x="177165" y="216218"/>
                    <a:pt x="198120" y="194310"/>
                  </a:cubicBezTo>
                  <a:lnTo>
                    <a:pt x="237172" y="235268"/>
                  </a:lnTo>
                  <a:cubicBezTo>
                    <a:pt x="206693" y="264795"/>
                    <a:pt x="172403" y="279083"/>
                    <a:pt x="132397" y="279083"/>
                  </a:cubicBezTo>
                  <a:close/>
                  <a:moveTo>
                    <a:pt x="61913" y="115253"/>
                  </a:moveTo>
                  <a:lnTo>
                    <a:pt x="182880" y="115253"/>
                  </a:lnTo>
                  <a:cubicBezTo>
                    <a:pt x="180022" y="74295"/>
                    <a:pt x="159068" y="50482"/>
                    <a:pt x="123825" y="50482"/>
                  </a:cubicBezTo>
                  <a:cubicBezTo>
                    <a:pt x="89535" y="50482"/>
                    <a:pt x="67628" y="74295"/>
                    <a:pt x="61913" y="115253"/>
                  </a:cubicBezTo>
                  <a:close/>
                </a:path>
              </a:pathLst>
            </a:custGeom>
            <a:solidFill>
              <a:srgbClr val="041E42"/>
            </a:solidFill>
            <a:ln w="9525" cap="flat">
              <a:noFill/>
              <a:prstDash val="solid"/>
              <a:miter/>
            </a:ln>
          </p:spPr>
          <p:txBody>
            <a:bodyPr rtlCol="0" anchor="ctr"/>
            <a:lstStyle/>
            <a:p>
              <a:endParaRPr lang="de-DE"/>
            </a:p>
          </p:txBody>
        </p:sp>
        <p:sp>
          <p:nvSpPr>
            <p:cNvPr id="220" name="Freihandform: Form 219"/>
            <p:cNvSpPr/>
            <p:nvPr/>
          </p:nvSpPr>
          <p:spPr>
            <a:xfrm>
              <a:off x="6737031" y="2641039"/>
              <a:ext cx="160019" cy="272657"/>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39065"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221" name="Freihandform: Form 220"/>
            <p:cNvSpPr/>
            <p:nvPr/>
          </p:nvSpPr>
          <p:spPr>
            <a:xfrm>
              <a:off x="6936104" y="2721291"/>
              <a:ext cx="130492" cy="59055"/>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222" name="Freihandform: Form 221"/>
            <p:cNvSpPr/>
            <p:nvPr/>
          </p:nvSpPr>
          <p:spPr>
            <a:xfrm>
              <a:off x="7145654" y="2545079"/>
              <a:ext cx="288607" cy="375284"/>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2"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223" name="Freihandform: Form 222"/>
            <p:cNvSpPr/>
            <p:nvPr/>
          </p:nvSpPr>
          <p:spPr>
            <a:xfrm>
              <a:off x="7517129" y="2642234"/>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7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9057" y="15240"/>
                    <a:pt x="106680" y="0"/>
                    <a:pt x="140970" y="0"/>
                  </a:cubicBezTo>
                  <a:cubicBezTo>
                    <a:pt x="201930" y="0"/>
                    <a:pt x="228600" y="44767"/>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224" name="Freihandform: Form 223"/>
            <p:cNvSpPr/>
            <p:nvPr/>
          </p:nvSpPr>
          <p:spPr>
            <a:xfrm>
              <a:off x="7816214" y="2528887"/>
              <a:ext cx="79057" cy="385762"/>
            </a:xfrm>
            <a:custGeom>
              <a:avLst/>
              <a:gdLst>
                <a:gd name="connsiteX0" fmla="*/ 79058 w 79057"/>
                <a:gd name="connsiteY0" fmla="*/ 38100 h 385762"/>
                <a:gd name="connsiteX1" fmla="*/ 39053 w 79057"/>
                <a:gd name="connsiteY1" fmla="*/ 76200 h 385762"/>
                <a:gd name="connsiteX2" fmla="*/ 0 w 79057"/>
                <a:gd name="connsiteY2" fmla="*/ 38100 h 385762"/>
                <a:gd name="connsiteX3" fmla="*/ 39053 w 79057"/>
                <a:gd name="connsiteY3" fmla="*/ 0 h 385762"/>
                <a:gd name="connsiteX4" fmla="*/ 79058 w 79057"/>
                <a:gd name="connsiteY4" fmla="*/ 38100 h 385762"/>
                <a:gd name="connsiteX5" fmla="*/ 70485 w 79057"/>
                <a:gd name="connsiteY5" fmla="*/ 385763 h 385762"/>
                <a:gd name="connsiteX6" fmla="*/ 8573 w 79057"/>
                <a:gd name="connsiteY6" fmla="*/ 385763 h 385762"/>
                <a:gd name="connsiteX7" fmla="*/ 8573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5763"/>
                  </a:moveTo>
                  <a:lnTo>
                    <a:pt x="8573" y="385763"/>
                  </a:lnTo>
                  <a:lnTo>
                    <a:pt x="8573"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225" name="Freihandform: Form 224"/>
            <p:cNvSpPr/>
            <p:nvPr/>
          </p:nvSpPr>
          <p:spPr>
            <a:xfrm>
              <a:off x="7940039" y="2647949"/>
              <a:ext cx="259080" cy="266700"/>
            </a:xfrm>
            <a:custGeom>
              <a:avLst/>
              <a:gdLst>
                <a:gd name="connsiteX0" fmla="*/ 259080 w 259080"/>
                <a:gd name="connsiteY0" fmla="*/ 0 h 266700"/>
                <a:gd name="connsiteX1" fmla="*/ 161925 w 259080"/>
                <a:gd name="connsiteY1" fmla="*/ 266700 h 266700"/>
                <a:gd name="connsiteX2" fmla="*/ 97155 w 259080"/>
                <a:gd name="connsiteY2" fmla="*/ 266700 h 266700"/>
                <a:gd name="connsiteX3" fmla="*/ 0 w 259080"/>
                <a:gd name="connsiteY3" fmla="*/ 0 h 266700"/>
                <a:gd name="connsiteX4" fmla="*/ 68580 w 259080"/>
                <a:gd name="connsiteY4" fmla="*/ 0 h 266700"/>
                <a:gd name="connsiteX5" fmla="*/ 129540 w 259080"/>
                <a:gd name="connsiteY5" fmla="*/ 193358 h 266700"/>
                <a:gd name="connsiteX6" fmla="*/ 130493 w 259080"/>
                <a:gd name="connsiteY6" fmla="*/ 193358 h 266700"/>
                <a:gd name="connsiteX7" fmla="*/ 191453 w 259080"/>
                <a:gd name="connsiteY7" fmla="*/ 0 h 266700"/>
                <a:gd name="connsiteX8" fmla="*/ 259080 w 259080"/>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 h="266700">
                  <a:moveTo>
                    <a:pt x="259080" y="0"/>
                  </a:moveTo>
                  <a:lnTo>
                    <a:pt x="161925" y="266700"/>
                  </a:lnTo>
                  <a:lnTo>
                    <a:pt x="97155" y="266700"/>
                  </a:lnTo>
                  <a:lnTo>
                    <a:pt x="0" y="0"/>
                  </a:lnTo>
                  <a:lnTo>
                    <a:pt x="68580" y="0"/>
                  </a:lnTo>
                  <a:lnTo>
                    <a:pt x="129540" y="193358"/>
                  </a:lnTo>
                  <a:lnTo>
                    <a:pt x="130493" y="193358"/>
                  </a:lnTo>
                  <a:lnTo>
                    <a:pt x="191453" y="0"/>
                  </a:lnTo>
                  <a:lnTo>
                    <a:pt x="259080" y="0"/>
                  </a:lnTo>
                  <a:close/>
                </a:path>
              </a:pathLst>
            </a:custGeom>
            <a:solidFill>
              <a:srgbClr val="041E42"/>
            </a:solidFill>
            <a:ln w="9525" cap="flat">
              <a:noFill/>
              <a:prstDash val="solid"/>
              <a:miter/>
            </a:ln>
          </p:spPr>
          <p:txBody>
            <a:bodyPr rtlCol="0" anchor="ctr"/>
            <a:lstStyle/>
            <a:p>
              <a:endParaRPr lang="de-DE"/>
            </a:p>
          </p:txBody>
        </p:sp>
        <p:sp>
          <p:nvSpPr>
            <p:cNvPr id="226" name="Freihandform: Form 225"/>
            <p:cNvSpPr/>
            <p:nvPr/>
          </p:nvSpPr>
          <p:spPr>
            <a:xfrm>
              <a:off x="8227694" y="2641281"/>
              <a:ext cx="242887" cy="279082"/>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3818 w 242887"/>
                <a:gd name="connsiteY5" fmla="*/ 160972 h 279082"/>
                <a:gd name="connsiteX6" fmla="*/ 133350 w 242887"/>
                <a:gd name="connsiteY6" fmla="*/ 225743 h 279082"/>
                <a:gd name="connsiteX7" fmla="*/ 199073 w 242887"/>
                <a:gd name="connsiteY7" fmla="*/ 194310 h 279082"/>
                <a:gd name="connsiteX8" fmla="*/ 238125 w 242887"/>
                <a:gd name="connsiteY8" fmla="*/ 235268 h 279082"/>
                <a:gd name="connsiteX9" fmla="*/ 132398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3818" y="160972"/>
                  </a:lnTo>
                  <a:cubicBezTo>
                    <a:pt x="70485" y="201930"/>
                    <a:pt x="95250" y="225743"/>
                    <a:pt x="133350" y="225743"/>
                  </a:cubicBezTo>
                  <a:cubicBezTo>
                    <a:pt x="158115" y="225743"/>
                    <a:pt x="178118" y="216218"/>
                    <a:pt x="199073" y="194310"/>
                  </a:cubicBezTo>
                  <a:lnTo>
                    <a:pt x="238125"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w="9525" cap="flat">
              <a:noFill/>
              <a:prstDash val="solid"/>
              <a:miter/>
            </a:ln>
          </p:spPr>
          <p:txBody>
            <a:bodyPr rtlCol="0" anchor="ctr"/>
            <a:lstStyle/>
            <a:p>
              <a:endParaRPr lang="de-DE"/>
            </a:p>
          </p:txBody>
        </p:sp>
        <p:sp>
          <p:nvSpPr>
            <p:cNvPr id="227" name="Freihandform: Form 226"/>
            <p:cNvSpPr/>
            <p:nvPr/>
          </p:nvSpPr>
          <p:spPr>
            <a:xfrm>
              <a:off x="8539162" y="2641039"/>
              <a:ext cx="161925" cy="272657"/>
            </a:xfrm>
            <a:custGeom>
              <a:avLst/>
              <a:gdLst>
                <a:gd name="connsiteX0" fmla="*/ 161925 w 161925"/>
                <a:gd name="connsiteY0" fmla="*/ 5005 h 272657"/>
                <a:gd name="connsiteX1" fmla="*/ 152400 w 161925"/>
                <a:gd name="connsiteY1" fmla="*/ 68823 h 272657"/>
                <a:gd name="connsiteX2" fmla="*/ 118110 w 161925"/>
                <a:gd name="connsiteY2" fmla="*/ 60250 h 272657"/>
                <a:gd name="connsiteX3" fmla="*/ 63818 w 161925"/>
                <a:gd name="connsiteY3" fmla="*/ 135498 h 272657"/>
                <a:gd name="connsiteX4" fmla="*/ 63818 w 161925"/>
                <a:gd name="connsiteY4" fmla="*/ 272658 h 272657"/>
                <a:gd name="connsiteX5" fmla="*/ 0 w 161925"/>
                <a:gd name="connsiteY5" fmla="*/ 272658 h 272657"/>
                <a:gd name="connsiteX6" fmla="*/ 0 w 161925"/>
                <a:gd name="connsiteY6" fmla="*/ 5958 h 272657"/>
                <a:gd name="connsiteX7" fmla="*/ 60960 w 161925"/>
                <a:gd name="connsiteY7" fmla="*/ 5958 h 272657"/>
                <a:gd name="connsiteX8" fmla="*/ 60960 w 161925"/>
                <a:gd name="connsiteY8" fmla="*/ 40248 h 272657"/>
                <a:gd name="connsiteX9" fmla="*/ 61913 w 161925"/>
                <a:gd name="connsiteY9" fmla="*/ 40248 h 272657"/>
                <a:gd name="connsiteX10" fmla="*/ 131445 w 161925"/>
                <a:gd name="connsiteY10" fmla="*/ 243 h 272657"/>
                <a:gd name="connsiteX11" fmla="*/ 161925 w 161925"/>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925" h="272657">
                  <a:moveTo>
                    <a:pt x="161925" y="5005"/>
                  </a:moveTo>
                  <a:lnTo>
                    <a:pt x="152400" y="68823"/>
                  </a:lnTo>
                  <a:cubicBezTo>
                    <a:pt x="142875" y="64060"/>
                    <a:pt x="131445" y="60250"/>
                    <a:pt x="118110" y="60250"/>
                  </a:cubicBezTo>
                  <a:cubicBezTo>
                    <a:pt x="75248" y="60250"/>
                    <a:pt x="63818" y="94540"/>
                    <a:pt x="63818" y="135498"/>
                  </a:cubicBezTo>
                  <a:lnTo>
                    <a:pt x="63818" y="272658"/>
                  </a:lnTo>
                  <a:lnTo>
                    <a:pt x="0" y="272658"/>
                  </a:lnTo>
                  <a:lnTo>
                    <a:pt x="0" y="5958"/>
                  </a:lnTo>
                  <a:lnTo>
                    <a:pt x="60960" y="5958"/>
                  </a:lnTo>
                  <a:lnTo>
                    <a:pt x="60960" y="40248"/>
                  </a:lnTo>
                  <a:lnTo>
                    <a:pt x="61913" y="40248"/>
                  </a:lnTo>
                  <a:cubicBezTo>
                    <a:pt x="76200" y="15483"/>
                    <a:pt x="100965" y="243"/>
                    <a:pt x="131445" y="243"/>
                  </a:cubicBezTo>
                  <a:cubicBezTo>
                    <a:pt x="140970" y="-710"/>
                    <a:pt x="152400" y="1195"/>
                    <a:pt x="161925" y="5005"/>
                  </a:cubicBezTo>
                  <a:close/>
                </a:path>
              </a:pathLst>
            </a:custGeom>
            <a:solidFill>
              <a:srgbClr val="041E42"/>
            </a:solidFill>
            <a:ln w="9525" cap="flat">
              <a:noFill/>
              <a:prstDash val="solid"/>
              <a:miter/>
            </a:ln>
          </p:spPr>
          <p:txBody>
            <a:bodyPr rtlCol="0" anchor="ctr"/>
            <a:lstStyle/>
            <a:p>
              <a:endParaRPr lang="de-DE"/>
            </a:p>
          </p:txBody>
        </p:sp>
        <p:sp>
          <p:nvSpPr>
            <p:cNvPr id="228" name="Freihandform: Form 227"/>
            <p:cNvSpPr/>
            <p:nvPr/>
          </p:nvSpPr>
          <p:spPr>
            <a:xfrm>
              <a:off x="8729662" y="2640329"/>
              <a:ext cx="205739" cy="280034"/>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3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8" y="218122"/>
                    <a:pt x="80963" y="227647"/>
                    <a:pt x="104775" y="227647"/>
                  </a:cubicBezTo>
                  <a:cubicBezTo>
                    <a:pt x="127635" y="227647"/>
                    <a:pt x="143827" y="217170"/>
                    <a:pt x="143827" y="200978"/>
                  </a:cubicBezTo>
                  <a:cubicBezTo>
                    <a:pt x="143827" y="155258"/>
                    <a:pt x="10477" y="171450"/>
                    <a:pt x="10477" y="82868"/>
                  </a:cubicBezTo>
                  <a:cubicBezTo>
                    <a:pt x="10477" y="33338"/>
                    <a:pt x="51435" y="0"/>
                    <a:pt x="111443" y="0"/>
                  </a:cubicBezTo>
                  <a:cubicBezTo>
                    <a:pt x="143827" y="0"/>
                    <a:pt x="175260" y="9525"/>
                    <a:pt x="203835" y="27622"/>
                  </a:cubicBezTo>
                  <a:lnTo>
                    <a:pt x="174307" y="76200"/>
                  </a:lnTo>
                  <a:cubicBezTo>
                    <a:pt x="151448" y="60007"/>
                    <a:pt x="130493"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229" name="Freihandform: Form 228"/>
            <p:cNvSpPr/>
            <p:nvPr/>
          </p:nvSpPr>
          <p:spPr>
            <a:xfrm>
              <a:off x="8993504" y="2528887"/>
              <a:ext cx="79057" cy="385762"/>
            </a:xfrm>
            <a:custGeom>
              <a:avLst/>
              <a:gdLst>
                <a:gd name="connsiteX0" fmla="*/ 79057 w 79057"/>
                <a:gd name="connsiteY0" fmla="*/ 38100 h 385762"/>
                <a:gd name="connsiteX1" fmla="*/ 39052 w 79057"/>
                <a:gd name="connsiteY1" fmla="*/ 76200 h 385762"/>
                <a:gd name="connsiteX2" fmla="*/ 0 w 79057"/>
                <a:gd name="connsiteY2" fmla="*/ 38100 h 385762"/>
                <a:gd name="connsiteX3" fmla="*/ 39052 w 79057"/>
                <a:gd name="connsiteY3" fmla="*/ 0 h 385762"/>
                <a:gd name="connsiteX4" fmla="*/ 79057 w 79057"/>
                <a:gd name="connsiteY4" fmla="*/ 38100 h 385762"/>
                <a:gd name="connsiteX5" fmla="*/ 70485 w 79057"/>
                <a:gd name="connsiteY5" fmla="*/ 385763 h 385762"/>
                <a:gd name="connsiteX6" fmla="*/ 8572 w 79057"/>
                <a:gd name="connsiteY6" fmla="*/ 385763 h 385762"/>
                <a:gd name="connsiteX7" fmla="*/ 8572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7" y="38100"/>
                  </a:moveTo>
                  <a:cubicBezTo>
                    <a:pt x="79057" y="60007"/>
                    <a:pt x="60960" y="76200"/>
                    <a:pt x="39052" y="76200"/>
                  </a:cubicBezTo>
                  <a:cubicBezTo>
                    <a:pt x="17145" y="76200"/>
                    <a:pt x="0" y="60960"/>
                    <a:pt x="0" y="38100"/>
                  </a:cubicBezTo>
                  <a:cubicBezTo>
                    <a:pt x="0" y="16193"/>
                    <a:pt x="18097" y="0"/>
                    <a:pt x="39052" y="0"/>
                  </a:cubicBezTo>
                  <a:cubicBezTo>
                    <a:pt x="60960" y="0"/>
                    <a:pt x="79057" y="16193"/>
                    <a:pt x="79057" y="38100"/>
                  </a:cubicBezTo>
                  <a:close/>
                  <a:moveTo>
                    <a:pt x="70485" y="385763"/>
                  </a:moveTo>
                  <a:lnTo>
                    <a:pt x="8572" y="385763"/>
                  </a:lnTo>
                  <a:lnTo>
                    <a:pt x="8572"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230" name="Freihandform: Form 229"/>
            <p:cNvSpPr/>
            <p:nvPr/>
          </p:nvSpPr>
          <p:spPr>
            <a:xfrm>
              <a:off x="9117329" y="2562224"/>
              <a:ext cx="165734" cy="358139"/>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8 w 165734"/>
                <a:gd name="connsiteY9" fmla="*/ 0 h 358139"/>
                <a:gd name="connsiteX10" fmla="*/ 101918 w 165734"/>
                <a:gd name="connsiteY10" fmla="*/ 86677 h 358139"/>
                <a:gd name="connsiteX11" fmla="*/ 165735 w 165734"/>
                <a:gd name="connsiteY11" fmla="*/ 86677 h 358139"/>
                <a:gd name="connsiteX12" fmla="*/ 165735 w 165734"/>
                <a:gd name="connsiteY12" fmla="*/ 138113 h 358139"/>
                <a:gd name="connsiteX13" fmla="*/ 101918 w 165734"/>
                <a:gd name="connsiteY13" fmla="*/ 138113 h 358139"/>
                <a:gd name="connsiteX14" fmla="*/ 101918 w 165734"/>
                <a:gd name="connsiteY14" fmla="*/ 269558 h 358139"/>
                <a:gd name="connsiteX15" fmla="*/ 130493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231" name="Freihandform: Form 230"/>
            <p:cNvSpPr/>
            <p:nvPr/>
          </p:nvSpPr>
          <p:spPr>
            <a:xfrm>
              <a:off x="9331642" y="2533649"/>
              <a:ext cx="225742" cy="386714"/>
            </a:xfrm>
            <a:custGeom>
              <a:avLst/>
              <a:gdLst>
                <a:gd name="connsiteX0" fmla="*/ 114300 w 225742"/>
                <a:gd name="connsiteY0" fmla="*/ 215265 h 386714"/>
                <a:gd name="connsiteX1" fmla="*/ 164782 w 225742"/>
                <a:gd name="connsiteY1" fmla="*/ 220980 h 386714"/>
                <a:gd name="connsiteX2" fmla="*/ 164782 w 225742"/>
                <a:gd name="connsiteY2" fmla="*/ 211455 h 386714"/>
                <a:gd name="connsiteX3" fmla="*/ 105727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4775 w 225742"/>
                <a:gd name="connsiteY20" fmla="*/ 340042 h 386714"/>
                <a:gd name="connsiteX21" fmla="*/ 165735 w 225742"/>
                <a:gd name="connsiteY21" fmla="*/ 307658 h 386714"/>
                <a:gd name="connsiteX22" fmla="*/ 165735 w 225742"/>
                <a:gd name="connsiteY22" fmla="*/ 261938 h 386714"/>
                <a:gd name="connsiteX23" fmla="*/ 121920 w 225742"/>
                <a:gd name="connsiteY23" fmla="*/ 257175 h 386714"/>
                <a:gd name="connsiteX24" fmla="*/ 60007 w 225742"/>
                <a:gd name="connsiteY24" fmla="*/ 300990 h 386714"/>
                <a:gd name="connsiteX25" fmla="*/ 104775 w 225742"/>
                <a:gd name="connsiteY25" fmla="*/ 340042 h 386714"/>
                <a:gd name="connsiteX26" fmla="*/ 173355 w 225742"/>
                <a:gd name="connsiteY26" fmla="*/ 72390 h 386714"/>
                <a:gd name="connsiteX27" fmla="*/ 136207 w 225742"/>
                <a:gd name="connsiteY27" fmla="*/ 36195 h 386714"/>
                <a:gd name="connsiteX28" fmla="*/ 173355 w 225742"/>
                <a:gd name="connsiteY28" fmla="*/ 0 h 386714"/>
                <a:gd name="connsiteX29" fmla="*/ 210502 w 225742"/>
                <a:gd name="connsiteY29" fmla="*/ 36195 h 386714"/>
                <a:gd name="connsiteX30" fmla="*/ 173355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2" y="220980"/>
                  </a:cubicBezTo>
                  <a:lnTo>
                    <a:pt x="164782" y="211455"/>
                  </a:lnTo>
                  <a:cubicBezTo>
                    <a:pt x="164782" y="177165"/>
                    <a:pt x="144780" y="160020"/>
                    <a:pt x="105727" y="160020"/>
                  </a:cubicBezTo>
                  <a:cubicBezTo>
                    <a:pt x="83820" y="160020"/>
                    <a:pt x="60007"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4775" y="340042"/>
                  </a:moveTo>
                  <a:cubicBezTo>
                    <a:pt x="127635" y="340042"/>
                    <a:pt x="148590" y="328613"/>
                    <a:pt x="165735" y="307658"/>
                  </a:cubicBezTo>
                  <a:lnTo>
                    <a:pt x="165735" y="261938"/>
                  </a:lnTo>
                  <a:cubicBezTo>
                    <a:pt x="151447" y="258127"/>
                    <a:pt x="136207" y="257175"/>
                    <a:pt x="121920" y="257175"/>
                  </a:cubicBezTo>
                  <a:cubicBezTo>
                    <a:pt x="82868" y="257175"/>
                    <a:pt x="60007" y="272415"/>
                    <a:pt x="60007" y="300990"/>
                  </a:cubicBezTo>
                  <a:cubicBezTo>
                    <a:pt x="60007" y="324803"/>
                    <a:pt x="77152" y="340042"/>
                    <a:pt x="104775" y="340042"/>
                  </a:cubicBezTo>
                  <a:close/>
                  <a:moveTo>
                    <a:pt x="173355" y="72390"/>
                  </a:moveTo>
                  <a:cubicBezTo>
                    <a:pt x="153352" y="72390"/>
                    <a:pt x="136207" y="55245"/>
                    <a:pt x="136207" y="36195"/>
                  </a:cubicBezTo>
                  <a:cubicBezTo>
                    <a:pt x="136207" y="17145"/>
                    <a:pt x="153352" y="0"/>
                    <a:pt x="173355" y="0"/>
                  </a:cubicBezTo>
                  <a:cubicBezTo>
                    <a:pt x="193357" y="0"/>
                    <a:pt x="210502" y="17145"/>
                    <a:pt x="210502" y="36195"/>
                  </a:cubicBezTo>
                  <a:cubicBezTo>
                    <a:pt x="210502" y="56198"/>
                    <a:pt x="192405" y="72390"/>
                    <a:pt x="173355" y="72390"/>
                  </a:cubicBezTo>
                  <a:close/>
                </a:path>
              </a:pathLst>
            </a:custGeom>
            <a:solidFill>
              <a:srgbClr val="041E42"/>
            </a:solidFill>
            <a:ln w="9525" cap="flat">
              <a:noFill/>
              <a:prstDash val="solid"/>
              <a:miter/>
            </a:ln>
          </p:spPr>
          <p:txBody>
            <a:bodyPr rtlCol="0" anchor="ctr"/>
            <a:lstStyle/>
            <a:p>
              <a:endParaRPr lang="de-DE"/>
            </a:p>
          </p:txBody>
        </p:sp>
        <p:sp>
          <p:nvSpPr>
            <p:cNvPr id="232" name="Freihandform: Form 231"/>
            <p:cNvSpPr/>
            <p:nvPr/>
          </p:nvSpPr>
          <p:spPr>
            <a:xfrm>
              <a:off x="9605962" y="2562224"/>
              <a:ext cx="166687" cy="358139"/>
            </a:xfrm>
            <a:custGeom>
              <a:avLst/>
              <a:gdLst>
                <a:gd name="connsiteX0" fmla="*/ 166688 w 166687"/>
                <a:gd name="connsiteY0" fmla="*/ 295275 h 358139"/>
                <a:gd name="connsiteX1" fmla="*/ 166688 w 166687"/>
                <a:gd name="connsiteY1" fmla="*/ 348615 h 358139"/>
                <a:gd name="connsiteX2" fmla="*/ 114300 w 166687"/>
                <a:gd name="connsiteY2" fmla="*/ 358140 h 358139"/>
                <a:gd name="connsiteX3" fmla="*/ 41910 w 166687"/>
                <a:gd name="connsiteY3" fmla="*/ 282892 h 358139"/>
                <a:gd name="connsiteX4" fmla="*/ 41910 w 166687"/>
                <a:gd name="connsiteY4" fmla="*/ 137160 h 358139"/>
                <a:gd name="connsiteX5" fmla="*/ 0 w 166687"/>
                <a:gd name="connsiteY5" fmla="*/ 137160 h 358139"/>
                <a:gd name="connsiteX6" fmla="*/ 0 w 166687"/>
                <a:gd name="connsiteY6" fmla="*/ 85725 h 358139"/>
                <a:gd name="connsiteX7" fmla="*/ 40005 w 166687"/>
                <a:gd name="connsiteY7" fmla="*/ 85725 h 358139"/>
                <a:gd name="connsiteX8" fmla="*/ 40005 w 166687"/>
                <a:gd name="connsiteY8" fmla="*/ 13335 h 358139"/>
                <a:gd name="connsiteX9" fmla="*/ 101918 w 166687"/>
                <a:gd name="connsiteY9" fmla="*/ 0 h 358139"/>
                <a:gd name="connsiteX10" fmla="*/ 101918 w 166687"/>
                <a:gd name="connsiteY10" fmla="*/ 86677 h 358139"/>
                <a:gd name="connsiteX11" fmla="*/ 165735 w 166687"/>
                <a:gd name="connsiteY11" fmla="*/ 86677 h 358139"/>
                <a:gd name="connsiteX12" fmla="*/ 165735 w 166687"/>
                <a:gd name="connsiteY12" fmla="*/ 138113 h 358139"/>
                <a:gd name="connsiteX13" fmla="*/ 101918 w 166687"/>
                <a:gd name="connsiteY13" fmla="*/ 138113 h 358139"/>
                <a:gd name="connsiteX14" fmla="*/ 101918 w 166687"/>
                <a:gd name="connsiteY14" fmla="*/ 269558 h 358139"/>
                <a:gd name="connsiteX15" fmla="*/ 130493 w 166687"/>
                <a:gd name="connsiteY15" fmla="*/ 304800 h 358139"/>
                <a:gd name="connsiteX16" fmla="*/ 166688 w 166687"/>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687" h="358139">
                  <a:moveTo>
                    <a:pt x="166688" y="295275"/>
                  </a:moveTo>
                  <a:lnTo>
                    <a:pt x="166688" y="348615"/>
                  </a:lnTo>
                  <a:cubicBezTo>
                    <a:pt x="153352" y="355283"/>
                    <a:pt x="132398" y="358140"/>
                    <a:pt x="114300" y="358140"/>
                  </a:cubicBezTo>
                  <a:cubicBezTo>
                    <a:pt x="67627" y="358140"/>
                    <a:pt x="41910" y="331470"/>
                    <a:pt x="41910" y="282892"/>
                  </a:cubicBezTo>
                  <a:lnTo>
                    <a:pt x="41910"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3827" y="303848"/>
                    <a:pt x="156210" y="300038"/>
                    <a:pt x="166688" y="295275"/>
                  </a:cubicBezTo>
                  <a:close/>
                </a:path>
              </a:pathLst>
            </a:custGeom>
            <a:solidFill>
              <a:srgbClr val="041E42"/>
            </a:solidFill>
            <a:ln w="9525" cap="flat">
              <a:noFill/>
              <a:prstDash val="solid"/>
              <a:miter/>
            </a:ln>
          </p:spPr>
          <p:txBody>
            <a:bodyPr rtlCol="0" anchor="ctr"/>
            <a:lstStyle/>
            <a:p>
              <a:endParaRPr lang="de-DE"/>
            </a:p>
          </p:txBody>
        </p:sp>
        <p:sp>
          <p:nvSpPr>
            <p:cNvPr id="233" name="Freihandform: Form 232"/>
            <p:cNvSpPr/>
            <p:nvPr/>
          </p:nvSpPr>
          <p:spPr>
            <a:xfrm>
              <a:off x="2090737" y="3122294"/>
              <a:ext cx="231457" cy="368617"/>
            </a:xfrm>
            <a:custGeom>
              <a:avLst/>
              <a:gdLst>
                <a:gd name="connsiteX0" fmla="*/ 231458 w 231457"/>
                <a:gd name="connsiteY0" fmla="*/ 60007 h 368617"/>
                <a:gd name="connsiteX1" fmla="*/ 65723 w 231457"/>
                <a:gd name="connsiteY1" fmla="*/ 60007 h 368617"/>
                <a:gd name="connsiteX2" fmla="*/ 65723 w 231457"/>
                <a:gd name="connsiteY2" fmla="*/ 151447 h 368617"/>
                <a:gd name="connsiteX3" fmla="*/ 189548 w 231457"/>
                <a:gd name="connsiteY3" fmla="*/ 151447 h 368617"/>
                <a:gd name="connsiteX4" fmla="*/ 189548 w 231457"/>
                <a:gd name="connsiteY4" fmla="*/ 211455 h 368617"/>
                <a:gd name="connsiteX5" fmla="*/ 65723 w 231457"/>
                <a:gd name="connsiteY5" fmla="*/ 211455 h 368617"/>
                <a:gd name="connsiteX6" fmla="*/ 65723 w 231457"/>
                <a:gd name="connsiteY6" fmla="*/ 368617 h 368617"/>
                <a:gd name="connsiteX7" fmla="*/ 0 w 231457"/>
                <a:gd name="connsiteY7" fmla="*/ 368617 h 368617"/>
                <a:gd name="connsiteX8" fmla="*/ 0 w 231457"/>
                <a:gd name="connsiteY8" fmla="*/ 0 h 368617"/>
                <a:gd name="connsiteX9" fmla="*/ 231458 w 231457"/>
                <a:gd name="connsiteY9" fmla="*/ 0 h 368617"/>
                <a:gd name="connsiteX10" fmla="*/ 231458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8" y="60007"/>
                  </a:moveTo>
                  <a:lnTo>
                    <a:pt x="65723" y="60007"/>
                  </a:lnTo>
                  <a:lnTo>
                    <a:pt x="65723" y="151447"/>
                  </a:lnTo>
                  <a:lnTo>
                    <a:pt x="189548" y="151447"/>
                  </a:lnTo>
                  <a:lnTo>
                    <a:pt x="189548" y="211455"/>
                  </a:lnTo>
                  <a:lnTo>
                    <a:pt x="65723" y="211455"/>
                  </a:lnTo>
                  <a:lnTo>
                    <a:pt x="65723" y="368617"/>
                  </a:lnTo>
                  <a:lnTo>
                    <a:pt x="0" y="368617"/>
                  </a:lnTo>
                  <a:lnTo>
                    <a:pt x="0" y="0"/>
                  </a:lnTo>
                  <a:lnTo>
                    <a:pt x="231458" y="0"/>
                  </a:lnTo>
                  <a:lnTo>
                    <a:pt x="231458" y="60007"/>
                  </a:lnTo>
                  <a:close/>
                </a:path>
              </a:pathLst>
            </a:custGeom>
            <a:grpFill/>
            <a:ln w="9525" cap="flat">
              <a:noFill/>
              <a:prstDash val="solid"/>
              <a:miter/>
            </a:ln>
          </p:spPr>
          <p:txBody>
            <a:bodyPr rtlCol="0" anchor="ctr"/>
            <a:lstStyle/>
            <a:p>
              <a:endParaRPr lang="de-DE"/>
            </a:p>
          </p:txBody>
        </p:sp>
        <p:sp>
          <p:nvSpPr>
            <p:cNvPr id="234" name="Freihandform: Form 233"/>
            <p:cNvSpPr/>
            <p:nvPr/>
          </p:nvSpPr>
          <p:spPr>
            <a:xfrm>
              <a:off x="2334560" y="3217544"/>
              <a:ext cx="225758" cy="279082"/>
            </a:xfrm>
            <a:custGeom>
              <a:avLst/>
              <a:gdLst>
                <a:gd name="connsiteX0" fmla="*/ 114316 w 225758"/>
                <a:gd name="connsiteY0" fmla="*/ 107633 h 279082"/>
                <a:gd name="connsiteX1" fmla="*/ 164799 w 225758"/>
                <a:gd name="connsiteY1" fmla="*/ 113347 h 279082"/>
                <a:gd name="connsiteX2" fmla="*/ 164799 w 225758"/>
                <a:gd name="connsiteY2" fmla="*/ 103822 h 279082"/>
                <a:gd name="connsiteX3" fmla="*/ 105744 w 225758"/>
                <a:gd name="connsiteY3" fmla="*/ 52388 h 279082"/>
                <a:gd name="connsiteX4" fmla="*/ 38116 w 225758"/>
                <a:gd name="connsiteY4" fmla="*/ 67627 h 279082"/>
                <a:gd name="connsiteX5" fmla="*/ 24781 w 225758"/>
                <a:gd name="connsiteY5" fmla="*/ 15240 h 279082"/>
                <a:gd name="connsiteX6" fmla="*/ 112411 w 225758"/>
                <a:gd name="connsiteY6" fmla="*/ 0 h 279082"/>
                <a:gd name="connsiteX7" fmla="*/ 225759 w 225758"/>
                <a:gd name="connsiteY7" fmla="*/ 102870 h 279082"/>
                <a:gd name="connsiteX8" fmla="*/ 225759 w 225758"/>
                <a:gd name="connsiteY8" fmla="*/ 273367 h 279082"/>
                <a:gd name="connsiteX9" fmla="*/ 166704 w 225758"/>
                <a:gd name="connsiteY9" fmla="*/ 273367 h 279082"/>
                <a:gd name="connsiteX10" fmla="*/ 166704 w 225758"/>
                <a:gd name="connsiteY10" fmla="*/ 244792 h 279082"/>
                <a:gd name="connsiteX11" fmla="*/ 165751 w 225758"/>
                <a:gd name="connsiteY11" fmla="*/ 244792 h 279082"/>
                <a:gd name="connsiteX12" fmla="*/ 87646 w 225758"/>
                <a:gd name="connsiteY12" fmla="*/ 279083 h 279082"/>
                <a:gd name="connsiteX13" fmla="*/ 16 w 225758"/>
                <a:gd name="connsiteY13" fmla="*/ 194310 h 279082"/>
                <a:gd name="connsiteX14" fmla="*/ 114316 w 225758"/>
                <a:gd name="connsiteY14" fmla="*/ 107633 h 279082"/>
                <a:gd name="connsiteX15" fmla="*/ 103839 w 225758"/>
                <a:gd name="connsiteY15" fmla="*/ 232410 h 279082"/>
                <a:gd name="connsiteX16" fmla="*/ 164799 w 225758"/>
                <a:gd name="connsiteY16" fmla="*/ 200025 h 279082"/>
                <a:gd name="connsiteX17" fmla="*/ 164799 w 225758"/>
                <a:gd name="connsiteY17" fmla="*/ 153352 h 279082"/>
                <a:gd name="connsiteX18" fmla="*/ 120984 w 225758"/>
                <a:gd name="connsiteY18" fmla="*/ 148590 h 279082"/>
                <a:gd name="connsiteX19" fmla="*/ 59071 w 225758"/>
                <a:gd name="connsiteY19" fmla="*/ 192405 h 279082"/>
                <a:gd name="connsiteX20" fmla="*/ 103839 w 225758"/>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8" h="279082">
                  <a:moveTo>
                    <a:pt x="114316" y="107633"/>
                  </a:moveTo>
                  <a:cubicBezTo>
                    <a:pt x="131461" y="107633"/>
                    <a:pt x="147654" y="108585"/>
                    <a:pt x="164799" y="113347"/>
                  </a:cubicBezTo>
                  <a:lnTo>
                    <a:pt x="164799" y="103822"/>
                  </a:lnTo>
                  <a:cubicBezTo>
                    <a:pt x="164799" y="69532"/>
                    <a:pt x="144796" y="52388"/>
                    <a:pt x="105744" y="52388"/>
                  </a:cubicBezTo>
                  <a:cubicBezTo>
                    <a:pt x="83836" y="52388"/>
                    <a:pt x="60024" y="57150"/>
                    <a:pt x="38116" y="67627"/>
                  </a:cubicBezTo>
                  <a:lnTo>
                    <a:pt x="24781" y="15240"/>
                  </a:lnTo>
                  <a:cubicBezTo>
                    <a:pt x="49546" y="5715"/>
                    <a:pt x="81931" y="0"/>
                    <a:pt x="112411" y="0"/>
                  </a:cubicBezTo>
                  <a:cubicBezTo>
                    <a:pt x="187659" y="0"/>
                    <a:pt x="225759" y="35242"/>
                    <a:pt x="225759" y="102870"/>
                  </a:cubicBezTo>
                  <a:lnTo>
                    <a:pt x="225759" y="273367"/>
                  </a:lnTo>
                  <a:lnTo>
                    <a:pt x="166704" y="273367"/>
                  </a:lnTo>
                  <a:lnTo>
                    <a:pt x="166704" y="244792"/>
                  </a:lnTo>
                  <a:lnTo>
                    <a:pt x="165751" y="244792"/>
                  </a:lnTo>
                  <a:cubicBezTo>
                    <a:pt x="142891" y="268605"/>
                    <a:pt x="119079" y="279083"/>
                    <a:pt x="87646" y="279083"/>
                  </a:cubicBezTo>
                  <a:cubicBezTo>
                    <a:pt x="34306" y="279083"/>
                    <a:pt x="16" y="245745"/>
                    <a:pt x="16" y="194310"/>
                  </a:cubicBezTo>
                  <a:cubicBezTo>
                    <a:pt x="-936" y="138113"/>
                    <a:pt x="40021" y="107633"/>
                    <a:pt x="114316" y="107633"/>
                  </a:cubicBezTo>
                  <a:close/>
                  <a:moveTo>
                    <a:pt x="103839" y="232410"/>
                  </a:moveTo>
                  <a:cubicBezTo>
                    <a:pt x="126699" y="232410"/>
                    <a:pt x="147654" y="220980"/>
                    <a:pt x="164799" y="200025"/>
                  </a:cubicBezTo>
                  <a:lnTo>
                    <a:pt x="164799" y="153352"/>
                  </a:lnTo>
                  <a:cubicBezTo>
                    <a:pt x="150511" y="149542"/>
                    <a:pt x="135271" y="148590"/>
                    <a:pt x="120984" y="148590"/>
                  </a:cubicBezTo>
                  <a:cubicBezTo>
                    <a:pt x="81931" y="148590"/>
                    <a:pt x="59071" y="163830"/>
                    <a:pt x="59071" y="192405"/>
                  </a:cubicBezTo>
                  <a:cubicBezTo>
                    <a:pt x="59071" y="217170"/>
                    <a:pt x="76216" y="232410"/>
                    <a:pt x="103839" y="232410"/>
                  </a:cubicBezTo>
                  <a:close/>
                </a:path>
              </a:pathLst>
            </a:custGeom>
            <a:grpFill/>
            <a:ln w="9525" cap="flat">
              <a:noFill/>
              <a:prstDash val="solid"/>
              <a:miter/>
            </a:ln>
          </p:spPr>
          <p:txBody>
            <a:bodyPr rtlCol="0" anchor="ctr"/>
            <a:lstStyle/>
            <a:p>
              <a:endParaRPr lang="de-DE"/>
            </a:p>
          </p:txBody>
        </p:sp>
        <p:sp>
          <p:nvSpPr>
            <p:cNvPr id="235" name="Freihandform: Form 234"/>
            <p:cNvSpPr/>
            <p:nvPr/>
          </p:nvSpPr>
          <p:spPr>
            <a:xfrm>
              <a:off x="2625089" y="3216591"/>
              <a:ext cx="224789" cy="280035"/>
            </a:xfrm>
            <a:custGeom>
              <a:avLst/>
              <a:gdLst>
                <a:gd name="connsiteX0" fmla="*/ 222885 w 224789"/>
                <a:gd name="connsiteY0" fmla="*/ 237173 h 280035"/>
                <a:gd name="connsiteX1" fmla="*/ 127635 w 224789"/>
                <a:gd name="connsiteY1" fmla="*/ 280035 h 280035"/>
                <a:gd name="connsiteX2" fmla="*/ 0 w 224789"/>
                <a:gd name="connsiteY2" fmla="*/ 140970 h 280035"/>
                <a:gd name="connsiteX3" fmla="*/ 128588 w 224789"/>
                <a:gd name="connsiteY3" fmla="*/ 0 h 280035"/>
                <a:gd name="connsiteX4" fmla="*/ 224790 w 224789"/>
                <a:gd name="connsiteY4" fmla="*/ 45720 h 280035"/>
                <a:gd name="connsiteX5" fmla="*/ 181927 w 224789"/>
                <a:gd name="connsiteY5" fmla="*/ 86678 h 280035"/>
                <a:gd name="connsiteX6" fmla="*/ 128588 w 224789"/>
                <a:gd name="connsiteY6" fmla="*/ 57150 h 280035"/>
                <a:gd name="connsiteX7" fmla="*/ 62865 w 224789"/>
                <a:gd name="connsiteY7" fmla="*/ 140017 h 280035"/>
                <a:gd name="connsiteX8" fmla="*/ 128588 w 224789"/>
                <a:gd name="connsiteY8" fmla="*/ 222885 h 280035"/>
                <a:gd name="connsiteX9" fmla="*/ 183833 w 224789"/>
                <a:gd name="connsiteY9" fmla="*/ 193358 h 280035"/>
                <a:gd name="connsiteX10" fmla="*/ 222885 w 224789"/>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7" y="15240"/>
                    <a:pt x="224790" y="45720"/>
                  </a:cubicBezTo>
                  <a:lnTo>
                    <a:pt x="181927"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grpFill/>
            <a:ln w="9525" cap="flat">
              <a:noFill/>
              <a:prstDash val="solid"/>
              <a:miter/>
            </a:ln>
          </p:spPr>
          <p:txBody>
            <a:bodyPr rtlCol="0" anchor="ctr"/>
            <a:lstStyle/>
            <a:p>
              <a:endParaRPr lang="de-DE"/>
            </a:p>
          </p:txBody>
        </p:sp>
        <p:sp>
          <p:nvSpPr>
            <p:cNvPr id="236" name="Freihandform: Form 235"/>
            <p:cNvSpPr/>
            <p:nvPr/>
          </p:nvSpPr>
          <p:spPr>
            <a:xfrm>
              <a:off x="2904172" y="3100387"/>
              <a:ext cx="228599" cy="390525"/>
            </a:xfrm>
            <a:custGeom>
              <a:avLst/>
              <a:gdLst>
                <a:gd name="connsiteX0" fmla="*/ 228600 w 228599"/>
                <a:gd name="connsiteY0" fmla="*/ 390525 h 390525"/>
                <a:gd name="connsiteX1" fmla="*/ 166687 w 228599"/>
                <a:gd name="connsiteY1" fmla="*/ 390525 h 390525"/>
                <a:gd name="connsiteX2" fmla="*/ 166687 w 228599"/>
                <a:gd name="connsiteY2" fmla="*/ 238125 h 390525"/>
                <a:gd name="connsiteX3" fmla="*/ 117157 w 228599"/>
                <a:gd name="connsiteY3" fmla="*/ 173355 h 390525"/>
                <a:gd name="connsiteX4" fmla="*/ 61913 w 228599"/>
                <a:gd name="connsiteY4" fmla="*/ 238125 h 390525"/>
                <a:gd name="connsiteX5" fmla="*/ 61913 w 228599"/>
                <a:gd name="connsiteY5" fmla="*/ 390525 h 390525"/>
                <a:gd name="connsiteX6" fmla="*/ 0 w 228599"/>
                <a:gd name="connsiteY6" fmla="*/ 390525 h 390525"/>
                <a:gd name="connsiteX7" fmla="*/ 0 w 228599"/>
                <a:gd name="connsiteY7" fmla="*/ 16192 h 390525"/>
                <a:gd name="connsiteX8" fmla="*/ 61913 w 228599"/>
                <a:gd name="connsiteY8" fmla="*/ 0 h 390525"/>
                <a:gd name="connsiteX9" fmla="*/ 61913 w 228599"/>
                <a:gd name="connsiteY9" fmla="*/ 155258 h 390525"/>
                <a:gd name="connsiteX10" fmla="*/ 62865 w 228599"/>
                <a:gd name="connsiteY10" fmla="*/ 155258 h 390525"/>
                <a:gd name="connsiteX11" fmla="*/ 140970 w 228599"/>
                <a:gd name="connsiteY11" fmla="*/ 116205 h 390525"/>
                <a:gd name="connsiteX12" fmla="*/ 228600 w 228599"/>
                <a:gd name="connsiteY12" fmla="*/ 223838 h 390525"/>
                <a:gd name="connsiteX13" fmla="*/ 228600 w 228599"/>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599" h="390525">
                  <a:moveTo>
                    <a:pt x="228600" y="390525"/>
                  </a:moveTo>
                  <a:lnTo>
                    <a:pt x="166687" y="390525"/>
                  </a:lnTo>
                  <a:lnTo>
                    <a:pt x="166687" y="238125"/>
                  </a:lnTo>
                  <a:cubicBezTo>
                    <a:pt x="166687" y="199073"/>
                    <a:pt x="154305" y="173355"/>
                    <a:pt x="117157"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237" name="Freihandform: Form 236"/>
            <p:cNvSpPr/>
            <p:nvPr/>
          </p:nvSpPr>
          <p:spPr>
            <a:xfrm>
              <a:off x="3211829" y="3099434"/>
              <a:ext cx="249554" cy="397192"/>
            </a:xfrm>
            <a:custGeom>
              <a:avLst/>
              <a:gdLst>
                <a:gd name="connsiteX0" fmla="*/ 249555 w 249554"/>
                <a:gd name="connsiteY0" fmla="*/ 256223 h 397192"/>
                <a:gd name="connsiteX1" fmla="*/ 140970 w 249554"/>
                <a:gd name="connsiteY1" fmla="*/ 397193 h 397192"/>
                <a:gd name="connsiteX2" fmla="*/ 61913 w 249554"/>
                <a:gd name="connsiteY2" fmla="*/ 360045 h 397192"/>
                <a:gd name="connsiteX3" fmla="*/ 60008 w 249554"/>
                <a:gd name="connsiteY3" fmla="*/ 360045 h 397192"/>
                <a:gd name="connsiteX4" fmla="*/ 60008 w 249554"/>
                <a:gd name="connsiteY4" fmla="*/ 390525 h 397192"/>
                <a:gd name="connsiteX5" fmla="*/ 0 w 249554"/>
                <a:gd name="connsiteY5" fmla="*/ 390525 h 397192"/>
                <a:gd name="connsiteX6" fmla="*/ 0 w 249554"/>
                <a:gd name="connsiteY6" fmla="*/ 16192 h 397192"/>
                <a:gd name="connsiteX7" fmla="*/ 61913 w 249554"/>
                <a:gd name="connsiteY7" fmla="*/ 0 h 397192"/>
                <a:gd name="connsiteX8" fmla="*/ 61913 w 249554"/>
                <a:gd name="connsiteY8" fmla="*/ 154305 h 397192"/>
                <a:gd name="connsiteX9" fmla="*/ 62865 w 249554"/>
                <a:gd name="connsiteY9" fmla="*/ 154305 h 397192"/>
                <a:gd name="connsiteX10" fmla="*/ 140970 w 249554"/>
                <a:gd name="connsiteY10" fmla="*/ 116205 h 397192"/>
                <a:gd name="connsiteX11" fmla="*/ 249555 w 249554"/>
                <a:gd name="connsiteY11" fmla="*/ 256223 h 397192"/>
                <a:gd name="connsiteX12" fmla="*/ 187642 w 249554"/>
                <a:gd name="connsiteY12" fmla="*/ 257175 h 397192"/>
                <a:gd name="connsiteX13" fmla="*/ 125730 w 249554"/>
                <a:gd name="connsiteY13" fmla="*/ 173355 h 397192"/>
                <a:gd name="connsiteX14" fmla="*/ 62865 w 249554"/>
                <a:gd name="connsiteY14" fmla="*/ 207645 h 397192"/>
                <a:gd name="connsiteX15" fmla="*/ 62865 w 249554"/>
                <a:gd name="connsiteY15" fmla="*/ 305753 h 397192"/>
                <a:gd name="connsiteX16" fmla="*/ 126683 w 249554"/>
                <a:gd name="connsiteY16" fmla="*/ 341948 h 397192"/>
                <a:gd name="connsiteX17" fmla="*/ 187642 w 249554"/>
                <a:gd name="connsiteY17" fmla="*/ 257175 h 39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9554" h="397192">
                  <a:moveTo>
                    <a:pt x="249555" y="256223"/>
                  </a:moveTo>
                  <a:cubicBezTo>
                    <a:pt x="249555" y="341948"/>
                    <a:pt x="205740" y="397193"/>
                    <a:pt x="140970" y="397193"/>
                  </a:cubicBezTo>
                  <a:cubicBezTo>
                    <a:pt x="107633" y="397193"/>
                    <a:pt x="80010" y="382905"/>
                    <a:pt x="61913" y="360045"/>
                  </a:cubicBezTo>
                  <a:lnTo>
                    <a:pt x="60008" y="360045"/>
                  </a:lnTo>
                  <a:lnTo>
                    <a:pt x="60008" y="390525"/>
                  </a:lnTo>
                  <a:lnTo>
                    <a:pt x="0" y="390525"/>
                  </a:lnTo>
                  <a:lnTo>
                    <a:pt x="0" y="16192"/>
                  </a:lnTo>
                  <a:lnTo>
                    <a:pt x="61913" y="0"/>
                  </a:lnTo>
                  <a:lnTo>
                    <a:pt x="61913" y="154305"/>
                  </a:lnTo>
                  <a:lnTo>
                    <a:pt x="62865" y="154305"/>
                  </a:lnTo>
                  <a:cubicBezTo>
                    <a:pt x="80963" y="130492"/>
                    <a:pt x="107633" y="116205"/>
                    <a:pt x="140970" y="116205"/>
                  </a:cubicBezTo>
                  <a:cubicBezTo>
                    <a:pt x="205740" y="117157"/>
                    <a:pt x="249555" y="169545"/>
                    <a:pt x="249555" y="256223"/>
                  </a:cubicBezTo>
                  <a:close/>
                  <a:moveTo>
                    <a:pt x="187642" y="257175"/>
                  </a:moveTo>
                  <a:cubicBezTo>
                    <a:pt x="187642" y="201930"/>
                    <a:pt x="164783" y="173355"/>
                    <a:pt x="125730" y="173355"/>
                  </a:cubicBezTo>
                  <a:cubicBezTo>
                    <a:pt x="101917" y="173355"/>
                    <a:pt x="81915" y="183832"/>
                    <a:pt x="62865" y="207645"/>
                  </a:cubicBezTo>
                  <a:lnTo>
                    <a:pt x="62865" y="305753"/>
                  </a:lnTo>
                  <a:cubicBezTo>
                    <a:pt x="80963" y="329565"/>
                    <a:pt x="100965" y="341948"/>
                    <a:pt x="126683" y="341948"/>
                  </a:cubicBezTo>
                  <a:cubicBezTo>
                    <a:pt x="166688" y="341948"/>
                    <a:pt x="187642" y="310515"/>
                    <a:pt x="187642" y="257175"/>
                  </a:cubicBezTo>
                  <a:close/>
                </a:path>
              </a:pathLst>
            </a:custGeom>
            <a:grpFill/>
            <a:ln w="9525" cap="flat">
              <a:noFill/>
              <a:prstDash val="solid"/>
              <a:miter/>
            </a:ln>
          </p:spPr>
          <p:txBody>
            <a:bodyPr rtlCol="0" anchor="ctr"/>
            <a:lstStyle/>
            <a:p>
              <a:endParaRPr lang="de-DE"/>
            </a:p>
          </p:txBody>
        </p:sp>
        <p:sp>
          <p:nvSpPr>
            <p:cNvPr id="238" name="Freihandform: Form 237"/>
            <p:cNvSpPr/>
            <p:nvPr/>
          </p:nvSpPr>
          <p:spPr>
            <a:xfrm>
              <a:off x="3515677"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239" name="Freihandform: Form 238"/>
            <p:cNvSpPr/>
            <p:nvPr/>
          </p:nvSpPr>
          <p:spPr>
            <a:xfrm>
              <a:off x="3829049" y="3217301"/>
              <a:ext cx="160020" cy="273610"/>
            </a:xfrm>
            <a:custGeom>
              <a:avLst/>
              <a:gdLst>
                <a:gd name="connsiteX0" fmla="*/ 160020 w 160020"/>
                <a:gd name="connsiteY0" fmla="*/ 5005 h 273610"/>
                <a:gd name="connsiteX1" fmla="*/ 150495 w 160020"/>
                <a:gd name="connsiteY1" fmla="*/ 68823 h 273610"/>
                <a:gd name="connsiteX2" fmla="*/ 116205 w 160020"/>
                <a:gd name="connsiteY2" fmla="*/ 60250 h 273610"/>
                <a:gd name="connsiteX3" fmla="*/ 61913 w 160020"/>
                <a:gd name="connsiteY3" fmla="*/ 135498 h 273610"/>
                <a:gd name="connsiteX4" fmla="*/ 61913 w 160020"/>
                <a:gd name="connsiteY4" fmla="*/ 273610 h 273610"/>
                <a:gd name="connsiteX5" fmla="*/ 0 w 160020"/>
                <a:gd name="connsiteY5" fmla="*/ 273610 h 273610"/>
                <a:gd name="connsiteX6" fmla="*/ 0 w 160020"/>
                <a:gd name="connsiteY6" fmla="*/ 6910 h 273610"/>
                <a:gd name="connsiteX7" fmla="*/ 60960 w 160020"/>
                <a:gd name="connsiteY7" fmla="*/ 6910 h 273610"/>
                <a:gd name="connsiteX8" fmla="*/ 60960 w 160020"/>
                <a:gd name="connsiteY8" fmla="*/ 40248 h 273610"/>
                <a:gd name="connsiteX9" fmla="*/ 61913 w 160020"/>
                <a:gd name="connsiteY9" fmla="*/ 40248 h 273610"/>
                <a:gd name="connsiteX10" fmla="*/ 131445 w 160020"/>
                <a:gd name="connsiteY10" fmla="*/ 243 h 273610"/>
                <a:gd name="connsiteX11" fmla="*/ 160020 w 160020"/>
                <a:gd name="connsiteY11" fmla="*/ 5005 h 273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3610">
                  <a:moveTo>
                    <a:pt x="160020" y="5005"/>
                  </a:moveTo>
                  <a:lnTo>
                    <a:pt x="150495" y="68823"/>
                  </a:lnTo>
                  <a:cubicBezTo>
                    <a:pt x="140970" y="64060"/>
                    <a:pt x="129540" y="60250"/>
                    <a:pt x="116205" y="60250"/>
                  </a:cubicBezTo>
                  <a:cubicBezTo>
                    <a:pt x="73342" y="60250"/>
                    <a:pt x="61913" y="94540"/>
                    <a:pt x="61913" y="135498"/>
                  </a:cubicBezTo>
                  <a:lnTo>
                    <a:pt x="61913" y="273610"/>
                  </a:lnTo>
                  <a:lnTo>
                    <a:pt x="0" y="273610"/>
                  </a:lnTo>
                  <a:lnTo>
                    <a:pt x="0" y="6910"/>
                  </a:lnTo>
                  <a:lnTo>
                    <a:pt x="60960" y="6910"/>
                  </a:lnTo>
                  <a:lnTo>
                    <a:pt x="60960" y="40248"/>
                  </a:lnTo>
                  <a:lnTo>
                    <a:pt x="61913" y="40248"/>
                  </a:lnTo>
                  <a:cubicBezTo>
                    <a:pt x="76200" y="15483"/>
                    <a:pt x="100965" y="243"/>
                    <a:pt x="131445" y="243"/>
                  </a:cubicBezTo>
                  <a:cubicBezTo>
                    <a:pt x="139065" y="-710"/>
                    <a:pt x="150495" y="1195"/>
                    <a:pt x="160020" y="5005"/>
                  </a:cubicBezTo>
                  <a:close/>
                </a:path>
              </a:pathLst>
            </a:custGeom>
            <a:grpFill/>
            <a:ln w="9525" cap="flat">
              <a:noFill/>
              <a:prstDash val="solid"/>
              <a:miter/>
            </a:ln>
          </p:spPr>
          <p:txBody>
            <a:bodyPr rtlCol="0" anchor="ctr"/>
            <a:lstStyle/>
            <a:p>
              <a:endParaRPr lang="de-DE"/>
            </a:p>
          </p:txBody>
        </p:sp>
        <p:sp>
          <p:nvSpPr>
            <p:cNvPr id="240" name="Freihandform: Form 239"/>
            <p:cNvSpPr/>
            <p:nvPr/>
          </p:nvSpPr>
          <p:spPr>
            <a:xfrm>
              <a:off x="4022407"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7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3 w 242887"/>
                <a:gd name="connsiteY8" fmla="*/ 235267 h 279082"/>
                <a:gd name="connsiteX9" fmla="*/ 132397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3" y="0"/>
                    <a:pt x="124777" y="0"/>
                  </a:cubicBezTo>
                  <a:cubicBezTo>
                    <a:pt x="196215" y="0"/>
                    <a:pt x="242887" y="53340"/>
                    <a:pt x="242887" y="135255"/>
                  </a:cubicBezTo>
                  <a:cubicBezTo>
                    <a:pt x="242887" y="143827"/>
                    <a:pt x="241935" y="153352"/>
                    <a:pt x="241935" y="160972"/>
                  </a:cubicBezTo>
                  <a:lnTo>
                    <a:pt x="62865" y="160972"/>
                  </a:lnTo>
                  <a:cubicBezTo>
                    <a:pt x="69533" y="201930"/>
                    <a:pt x="94297" y="225742"/>
                    <a:pt x="132397" y="225742"/>
                  </a:cubicBezTo>
                  <a:cubicBezTo>
                    <a:pt x="157163" y="225742"/>
                    <a:pt x="177165" y="216217"/>
                    <a:pt x="198120" y="194310"/>
                  </a:cubicBezTo>
                  <a:lnTo>
                    <a:pt x="237173" y="235267"/>
                  </a:lnTo>
                  <a:cubicBezTo>
                    <a:pt x="207645" y="264795"/>
                    <a:pt x="173355" y="279083"/>
                    <a:pt x="132397" y="279083"/>
                  </a:cubicBezTo>
                  <a:close/>
                  <a:moveTo>
                    <a:pt x="62865" y="115252"/>
                  </a:moveTo>
                  <a:lnTo>
                    <a:pt x="183833" y="115252"/>
                  </a:lnTo>
                  <a:cubicBezTo>
                    <a:pt x="180975" y="74295"/>
                    <a:pt x="160020" y="50482"/>
                    <a:pt x="124777" y="50482"/>
                  </a:cubicBezTo>
                  <a:cubicBezTo>
                    <a:pt x="90488" y="50482"/>
                    <a:pt x="68580" y="74295"/>
                    <a:pt x="62865" y="115252"/>
                  </a:cubicBezTo>
                  <a:close/>
                </a:path>
              </a:pathLst>
            </a:custGeom>
            <a:grpFill/>
            <a:ln w="9525" cap="flat">
              <a:noFill/>
              <a:prstDash val="solid"/>
              <a:miter/>
            </a:ln>
          </p:spPr>
          <p:txBody>
            <a:bodyPr rtlCol="0" anchor="ctr"/>
            <a:lstStyle/>
            <a:p>
              <a:endParaRPr lang="de-DE"/>
            </a:p>
          </p:txBody>
        </p:sp>
        <p:sp>
          <p:nvSpPr>
            <p:cNvPr id="241" name="Freihandform: Form 240"/>
            <p:cNvSpPr/>
            <p:nvPr/>
          </p:nvSpPr>
          <p:spPr>
            <a:xfrm>
              <a:off x="4325302" y="3105149"/>
              <a:ext cx="79057" cy="385762"/>
            </a:xfrm>
            <a:custGeom>
              <a:avLst/>
              <a:gdLst>
                <a:gd name="connsiteX0" fmla="*/ 79057 w 79057"/>
                <a:gd name="connsiteY0" fmla="*/ 38100 h 385762"/>
                <a:gd name="connsiteX1" fmla="*/ 39053 w 79057"/>
                <a:gd name="connsiteY1" fmla="*/ 76200 h 385762"/>
                <a:gd name="connsiteX2" fmla="*/ 0 w 79057"/>
                <a:gd name="connsiteY2" fmla="*/ 38100 h 385762"/>
                <a:gd name="connsiteX3" fmla="*/ 39053 w 79057"/>
                <a:gd name="connsiteY3" fmla="*/ 0 h 385762"/>
                <a:gd name="connsiteX4" fmla="*/ 79057 w 79057"/>
                <a:gd name="connsiteY4" fmla="*/ 38100 h 385762"/>
                <a:gd name="connsiteX5" fmla="*/ 71438 w 79057"/>
                <a:gd name="connsiteY5" fmla="*/ 385763 h 385762"/>
                <a:gd name="connsiteX6" fmla="*/ 9525 w 79057"/>
                <a:gd name="connsiteY6" fmla="*/ 385763 h 385762"/>
                <a:gd name="connsiteX7" fmla="*/ 9525 w 79057"/>
                <a:gd name="connsiteY7" fmla="*/ 119063 h 385762"/>
                <a:gd name="connsiteX8" fmla="*/ 71438 w 79057"/>
                <a:gd name="connsiteY8" fmla="*/ 119063 h 385762"/>
                <a:gd name="connsiteX9" fmla="*/ 71438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7" y="38100"/>
                  </a:moveTo>
                  <a:cubicBezTo>
                    <a:pt x="79057" y="60008"/>
                    <a:pt x="60960" y="76200"/>
                    <a:pt x="39053" y="76200"/>
                  </a:cubicBezTo>
                  <a:cubicBezTo>
                    <a:pt x="17145" y="76200"/>
                    <a:pt x="0" y="60960"/>
                    <a:pt x="0" y="38100"/>
                  </a:cubicBezTo>
                  <a:cubicBezTo>
                    <a:pt x="0" y="16192"/>
                    <a:pt x="18097" y="0"/>
                    <a:pt x="39053" y="0"/>
                  </a:cubicBezTo>
                  <a:cubicBezTo>
                    <a:pt x="61913" y="0"/>
                    <a:pt x="79057" y="16192"/>
                    <a:pt x="79057" y="38100"/>
                  </a:cubicBezTo>
                  <a:close/>
                  <a:moveTo>
                    <a:pt x="71438" y="385763"/>
                  </a:moveTo>
                  <a:lnTo>
                    <a:pt x="9525" y="385763"/>
                  </a:lnTo>
                  <a:lnTo>
                    <a:pt x="9525" y="119063"/>
                  </a:lnTo>
                  <a:lnTo>
                    <a:pt x="71438" y="119063"/>
                  </a:lnTo>
                  <a:lnTo>
                    <a:pt x="71438" y="385763"/>
                  </a:lnTo>
                  <a:close/>
                </a:path>
              </a:pathLst>
            </a:custGeom>
            <a:grpFill/>
            <a:ln w="9525" cap="flat">
              <a:noFill/>
              <a:prstDash val="solid"/>
              <a:miter/>
            </a:ln>
          </p:spPr>
          <p:txBody>
            <a:bodyPr rtlCol="0" anchor="ctr"/>
            <a:lstStyle/>
            <a:p>
              <a:endParaRPr lang="de-DE"/>
            </a:p>
          </p:txBody>
        </p:sp>
        <p:sp>
          <p:nvSpPr>
            <p:cNvPr id="242" name="Freihandform: Form 241"/>
            <p:cNvSpPr/>
            <p:nvPr/>
          </p:nvSpPr>
          <p:spPr>
            <a:xfrm>
              <a:off x="4463414" y="3216591"/>
              <a:ext cx="224790" cy="280035"/>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243" name="Freihandform: Form 242"/>
            <p:cNvSpPr/>
            <p:nvPr/>
          </p:nvSpPr>
          <p:spPr>
            <a:xfrm>
              <a:off x="4742496" y="3100387"/>
              <a:ext cx="228600" cy="390525"/>
            </a:xfrm>
            <a:custGeom>
              <a:avLst/>
              <a:gdLst>
                <a:gd name="connsiteX0" fmla="*/ 228600 w 228600"/>
                <a:gd name="connsiteY0" fmla="*/ 390525 h 390525"/>
                <a:gd name="connsiteX1" fmla="*/ 166688 w 228600"/>
                <a:gd name="connsiteY1" fmla="*/ 390525 h 390525"/>
                <a:gd name="connsiteX2" fmla="*/ 166688 w 228600"/>
                <a:gd name="connsiteY2" fmla="*/ 238125 h 390525"/>
                <a:gd name="connsiteX3" fmla="*/ 117158 w 228600"/>
                <a:gd name="connsiteY3" fmla="*/ 173355 h 390525"/>
                <a:gd name="connsiteX4" fmla="*/ 61913 w 228600"/>
                <a:gd name="connsiteY4" fmla="*/ 238125 h 390525"/>
                <a:gd name="connsiteX5" fmla="*/ 61913 w 228600"/>
                <a:gd name="connsiteY5" fmla="*/ 390525 h 390525"/>
                <a:gd name="connsiteX6" fmla="*/ 0 w 228600"/>
                <a:gd name="connsiteY6" fmla="*/ 390525 h 390525"/>
                <a:gd name="connsiteX7" fmla="*/ 0 w 228600"/>
                <a:gd name="connsiteY7" fmla="*/ 16192 h 390525"/>
                <a:gd name="connsiteX8" fmla="*/ 61913 w 228600"/>
                <a:gd name="connsiteY8" fmla="*/ 0 h 390525"/>
                <a:gd name="connsiteX9" fmla="*/ 61913 w 228600"/>
                <a:gd name="connsiteY9" fmla="*/ 155258 h 390525"/>
                <a:gd name="connsiteX10" fmla="*/ 62865 w 228600"/>
                <a:gd name="connsiteY10" fmla="*/ 155258 h 390525"/>
                <a:gd name="connsiteX11" fmla="*/ 140970 w 228600"/>
                <a:gd name="connsiteY11" fmla="*/ 116205 h 390525"/>
                <a:gd name="connsiteX12" fmla="*/ 228600 w 228600"/>
                <a:gd name="connsiteY12" fmla="*/ 223838 h 390525"/>
                <a:gd name="connsiteX13" fmla="*/ 228600 w 228600"/>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0525">
                  <a:moveTo>
                    <a:pt x="228600" y="390525"/>
                  </a:moveTo>
                  <a:lnTo>
                    <a:pt x="166688" y="390525"/>
                  </a:lnTo>
                  <a:lnTo>
                    <a:pt x="166688" y="238125"/>
                  </a:lnTo>
                  <a:cubicBezTo>
                    <a:pt x="166688" y="199073"/>
                    <a:pt x="154305" y="173355"/>
                    <a:pt x="117158"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244" name="Freihandform: Form 243"/>
            <p:cNvSpPr/>
            <p:nvPr/>
          </p:nvSpPr>
          <p:spPr>
            <a:xfrm>
              <a:off x="5209221" y="3122294"/>
              <a:ext cx="273367" cy="368617"/>
            </a:xfrm>
            <a:custGeom>
              <a:avLst/>
              <a:gdLst>
                <a:gd name="connsiteX0" fmla="*/ 64770 w 273367"/>
                <a:gd name="connsiteY0" fmla="*/ 368617 h 368617"/>
                <a:gd name="connsiteX1" fmla="*/ 0 w 273367"/>
                <a:gd name="connsiteY1" fmla="*/ 368617 h 368617"/>
                <a:gd name="connsiteX2" fmla="*/ 0 w 273367"/>
                <a:gd name="connsiteY2" fmla="*/ 0 h 368617"/>
                <a:gd name="connsiteX3" fmla="*/ 137160 w 273367"/>
                <a:gd name="connsiteY3" fmla="*/ 0 h 368617"/>
                <a:gd name="connsiteX4" fmla="*/ 263843 w 273367"/>
                <a:gd name="connsiteY4" fmla="*/ 108585 h 368617"/>
                <a:gd name="connsiteX5" fmla="*/ 188595 w 273367"/>
                <a:gd name="connsiteY5" fmla="*/ 214313 h 368617"/>
                <a:gd name="connsiteX6" fmla="*/ 273368 w 273367"/>
                <a:gd name="connsiteY6" fmla="*/ 368617 h 368617"/>
                <a:gd name="connsiteX7" fmla="*/ 196215 w 273367"/>
                <a:gd name="connsiteY7" fmla="*/ 368617 h 368617"/>
                <a:gd name="connsiteX8" fmla="*/ 120015 w 273367"/>
                <a:gd name="connsiteY8" fmla="*/ 220980 h 368617"/>
                <a:gd name="connsiteX9" fmla="*/ 63818 w 273367"/>
                <a:gd name="connsiteY9" fmla="*/ 220980 h 368617"/>
                <a:gd name="connsiteX10" fmla="*/ 63818 w 273367"/>
                <a:gd name="connsiteY10" fmla="*/ 368617 h 368617"/>
                <a:gd name="connsiteX11" fmla="*/ 197168 w 273367"/>
                <a:gd name="connsiteY11" fmla="*/ 110490 h 368617"/>
                <a:gd name="connsiteX12" fmla="*/ 131445 w 273367"/>
                <a:gd name="connsiteY12" fmla="*/ 57150 h 368617"/>
                <a:gd name="connsiteX13" fmla="*/ 64770 w 273367"/>
                <a:gd name="connsiteY13" fmla="*/ 57150 h 368617"/>
                <a:gd name="connsiteX14" fmla="*/ 64770 w 273367"/>
                <a:gd name="connsiteY14" fmla="*/ 164782 h 368617"/>
                <a:gd name="connsiteX15" fmla="*/ 128588 w 273367"/>
                <a:gd name="connsiteY15" fmla="*/ 164782 h 368617"/>
                <a:gd name="connsiteX16" fmla="*/ 197168 w 273367"/>
                <a:gd name="connsiteY16" fmla="*/ 11049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3367" h="368617">
                  <a:moveTo>
                    <a:pt x="64770" y="368617"/>
                  </a:moveTo>
                  <a:lnTo>
                    <a:pt x="0" y="368617"/>
                  </a:lnTo>
                  <a:lnTo>
                    <a:pt x="0" y="0"/>
                  </a:lnTo>
                  <a:lnTo>
                    <a:pt x="137160" y="0"/>
                  </a:lnTo>
                  <a:cubicBezTo>
                    <a:pt x="215265" y="0"/>
                    <a:pt x="263843" y="36195"/>
                    <a:pt x="263843" y="108585"/>
                  </a:cubicBezTo>
                  <a:cubicBezTo>
                    <a:pt x="263843" y="164782"/>
                    <a:pt x="235268" y="200025"/>
                    <a:pt x="188595" y="214313"/>
                  </a:cubicBezTo>
                  <a:lnTo>
                    <a:pt x="273368" y="368617"/>
                  </a:lnTo>
                  <a:lnTo>
                    <a:pt x="196215" y="368617"/>
                  </a:lnTo>
                  <a:lnTo>
                    <a:pt x="120015" y="220980"/>
                  </a:lnTo>
                  <a:lnTo>
                    <a:pt x="63818" y="220980"/>
                  </a:lnTo>
                  <a:lnTo>
                    <a:pt x="63818" y="368617"/>
                  </a:lnTo>
                  <a:close/>
                  <a:moveTo>
                    <a:pt x="197168" y="110490"/>
                  </a:moveTo>
                  <a:cubicBezTo>
                    <a:pt x="197168" y="74295"/>
                    <a:pt x="174308" y="57150"/>
                    <a:pt x="131445" y="57150"/>
                  </a:cubicBezTo>
                  <a:lnTo>
                    <a:pt x="64770" y="57150"/>
                  </a:lnTo>
                  <a:lnTo>
                    <a:pt x="64770" y="164782"/>
                  </a:lnTo>
                  <a:lnTo>
                    <a:pt x="128588" y="164782"/>
                  </a:lnTo>
                  <a:cubicBezTo>
                    <a:pt x="173355" y="164782"/>
                    <a:pt x="197168" y="146685"/>
                    <a:pt x="197168" y="110490"/>
                  </a:cubicBezTo>
                  <a:close/>
                </a:path>
              </a:pathLst>
            </a:custGeom>
            <a:grpFill/>
            <a:ln w="9525" cap="flat">
              <a:noFill/>
              <a:prstDash val="solid"/>
              <a:miter/>
            </a:ln>
          </p:spPr>
          <p:txBody>
            <a:bodyPr rtlCol="0" anchor="ctr"/>
            <a:lstStyle/>
            <a:p>
              <a:endParaRPr lang="de-DE"/>
            </a:p>
          </p:txBody>
        </p:sp>
        <p:sp>
          <p:nvSpPr>
            <p:cNvPr id="245" name="Freihandform: Form 244"/>
            <p:cNvSpPr/>
            <p:nvPr/>
          </p:nvSpPr>
          <p:spPr>
            <a:xfrm>
              <a:off x="5523546" y="3217544"/>
              <a:ext cx="242887" cy="279082"/>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3 w 242887"/>
                <a:gd name="connsiteY11" fmla="*/ 115252 h 279082"/>
                <a:gd name="connsiteX12" fmla="*/ 124778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3" y="0"/>
                    <a:pt x="124778" y="0"/>
                  </a:cubicBezTo>
                  <a:cubicBezTo>
                    <a:pt x="196215" y="0"/>
                    <a:pt x="242888" y="53340"/>
                    <a:pt x="242888" y="135255"/>
                  </a:cubicBezTo>
                  <a:cubicBezTo>
                    <a:pt x="242888" y="143827"/>
                    <a:pt x="241935" y="153352"/>
                    <a:pt x="241935" y="160972"/>
                  </a:cubicBezTo>
                  <a:lnTo>
                    <a:pt x="62865" y="160972"/>
                  </a:lnTo>
                  <a:cubicBezTo>
                    <a:pt x="69533" y="201930"/>
                    <a:pt x="94297" y="225742"/>
                    <a:pt x="132397" y="225742"/>
                  </a:cubicBezTo>
                  <a:cubicBezTo>
                    <a:pt x="157163" y="225742"/>
                    <a:pt x="177165" y="216217"/>
                    <a:pt x="198120" y="194310"/>
                  </a:cubicBezTo>
                  <a:lnTo>
                    <a:pt x="237172" y="235267"/>
                  </a:lnTo>
                  <a:cubicBezTo>
                    <a:pt x="206693" y="264795"/>
                    <a:pt x="173355" y="279083"/>
                    <a:pt x="132397" y="279083"/>
                  </a:cubicBezTo>
                  <a:close/>
                  <a:moveTo>
                    <a:pt x="62865" y="115252"/>
                  </a:moveTo>
                  <a:lnTo>
                    <a:pt x="183833" y="115252"/>
                  </a:lnTo>
                  <a:cubicBezTo>
                    <a:pt x="180975" y="74295"/>
                    <a:pt x="160020" y="50482"/>
                    <a:pt x="124778" y="50482"/>
                  </a:cubicBezTo>
                  <a:cubicBezTo>
                    <a:pt x="90488" y="50482"/>
                    <a:pt x="68580" y="74295"/>
                    <a:pt x="62865" y="115252"/>
                  </a:cubicBezTo>
                  <a:close/>
                </a:path>
              </a:pathLst>
            </a:custGeom>
            <a:grpFill/>
            <a:ln w="9525" cap="flat">
              <a:noFill/>
              <a:prstDash val="solid"/>
              <a:miter/>
            </a:ln>
          </p:spPr>
          <p:txBody>
            <a:bodyPr rtlCol="0" anchor="ctr"/>
            <a:lstStyle/>
            <a:p>
              <a:endParaRPr lang="de-DE"/>
            </a:p>
          </p:txBody>
        </p:sp>
        <p:sp>
          <p:nvSpPr>
            <p:cNvPr id="246" name="Freihandform: Form 245"/>
            <p:cNvSpPr/>
            <p:nvPr/>
          </p:nvSpPr>
          <p:spPr>
            <a:xfrm>
              <a:off x="5821679" y="3216591"/>
              <a:ext cx="224789" cy="280035"/>
            </a:xfrm>
            <a:custGeom>
              <a:avLst/>
              <a:gdLst>
                <a:gd name="connsiteX0" fmla="*/ 222885 w 224789"/>
                <a:gd name="connsiteY0" fmla="*/ 237173 h 280035"/>
                <a:gd name="connsiteX1" fmla="*/ 127635 w 224789"/>
                <a:gd name="connsiteY1" fmla="*/ 280035 h 280035"/>
                <a:gd name="connsiteX2" fmla="*/ 0 w 224789"/>
                <a:gd name="connsiteY2" fmla="*/ 140970 h 280035"/>
                <a:gd name="connsiteX3" fmla="*/ 128588 w 224789"/>
                <a:gd name="connsiteY3" fmla="*/ 0 h 280035"/>
                <a:gd name="connsiteX4" fmla="*/ 224790 w 224789"/>
                <a:gd name="connsiteY4" fmla="*/ 45720 h 280035"/>
                <a:gd name="connsiteX5" fmla="*/ 181927 w 224789"/>
                <a:gd name="connsiteY5" fmla="*/ 86678 h 280035"/>
                <a:gd name="connsiteX6" fmla="*/ 128588 w 224789"/>
                <a:gd name="connsiteY6" fmla="*/ 57150 h 280035"/>
                <a:gd name="connsiteX7" fmla="*/ 62865 w 224789"/>
                <a:gd name="connsiteY7" fmla="*/ 140017 h 280035"/>
                <a:gd name="connsiteX8" fmla="*/ 128588 w 224789"/>
                <a:gd name="connsiteY8" fmla="*/ 222885 h 280035"/>
                <a:gd name="connsiteX9" fmla="*/ 183832 w 224789"/>
                <a:gd name="connsiteY9" fmla="*/ 193358 h 280035"/>
                <a:gd name="connsiteX10" fmla="*/ 222885 w 224789"/>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247" name="Freihandform: Form 246"/>
            <p:cNvSpPr/>
            <p:nvPr/>
          </p:nvSpPr>
          <p:spPr>
            <a:xfrm>
              <a:off x="6099809" y="3100387"/>
              <a:ext cx="228600" cy="390525"/>
            </a:xfrm>
            <a:custGeom>
              <a:avLst/>
              <a:gdLst>
                <a:gd name="connsiteX0" fmla="*/ 228600 w 228600"/>
                <a:gd name="connsiteY0" fmla="*/ 390525 h 390525"/>
                <a:gd name="connsiteX1" fmla="*/ 166688 w 228600"/>
                <a:gd name="connsiteY1" fmla="*/ 390525 h 390525"/>
                <a:gd name="connsiteX2" fmla="*/ 166688 w 228600"/>
                <a:gd name="connsiteY2" fmla="*/ 238125 h 390525"/>
                <a:gd name="connsiteX3" fmla="*/ 117158 w 228600"/>
                <a:gd name="connsiteY3" fmla="*/ 173355 h 390525"/>
                <a:gd name="connsiteX4" fmla="*/ 61913 w 228600"/>
                <a:gd name="connsiteY4" fmla="*/ 238125 h 390525"/>
                <a:gd name="connsiteX5" fmla="*/ 61913 w 228600"/>
                <a:gd name="connsiteY5" fmla="*/ 390525 h 390525"/>
                <a:gd name="connsiteX6" fmla="*/ 0 w 228600"/>
                <a:gd name="connsiteY6" fmla="*/ 390525 h 390525"/>
                <a:gd name="connsiteX7" fmla="*/ 0 w 228600"/>
                <a:gd name="connsiteY7" fmla="*/ 16192 h 390525"/>
                <a:gd name="connsiteX8" fmla="*/ 61913 w 228600"/>
                <a:gd name="connsiteY8" fmla="*/ 0 h 390525"/>
                <a:gd name="connsiteX9" fmla="*/ 61913 w 228600"/>
                <a:gd name="connsiteY9" fmla="*/ 155258 h 390525"/>
                <a:gd name="connsiteX10" fmla="*/ 62865 w 228600"/>
                <a:gd name="connsiteY10" fmla="*/ 155258 h 390525"/>
                <a:gd name="connsiteX11" fmla="*/ 140970 w 228600"/>
                <a:gd name="connsiteY11" fmla="*/ 116205 h 390525"/>
                <a:gd name="connsiteX12" fmla="*/ 228600 w 228600"/>
                <a:gd name="connsiteY12" fmla="*/ 223838 h 390525"/>
                <a:gd name="connsiteX13" fmla="*/ 228600 w 228600"/>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0525">
                  <a:moveTo>
                    <a:pt x="228600" y="390525"/>
                  </a:moveTo>
                  <a:lnTo>
                    <a:pt x="166688" y="390525"/>
                  </a:lnTo>
                  <a:lnTo>
                    <a:pt x="166688" y="238125"/>
                  </a:lnTo>
                  <a:cubicBezTo>
                    <a:pt x="166688" y="199073"/>
                    <a:pt x="154305" y="173355"/>
                    <a:pt x="117158"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248" name="Freihandform: Form 247"/>
            <p:cNvSpPr/>
            <p:nvPr/>
          </p:nvSpPr>
          <p:spPr>
            <a:xfrm>
              <a:off x="6377939"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7 w 165734"/>
                <a:gd name="connsiteY9" fmla="*/ 0 h 358140"/>
                <a:gd name="connsiteX10" fmla="*/ 101917 w 165734"/>
                <a:gd name="connsiteY10" fmla="*/ 86677 h 358140"/>
                <a:gd name="connsiteX11" fmla="*/ 165735 w 165734"/>
                <a:gd name="connsiteY11" fmla="*/ 86677 h 358140"/>
                <a:gd name="connsiteX12" fmla="*/ 165735 w 165734"/>
                <a:gd name="connsiteY12" fmla="*/ 138113 h 358140"/>
                <a:gd name="connsiteX13" fmla="*/ 101917 w 165734"/>
                <a:gd name="connsiteY13" fmla="*/ 138113 h 358140"/>
                <a:gd name="connsiteX14" fmla="*/ 101917 w 165734"/>
                <a:gd name="connsiteY14" fmla="*/ 269558 h 358140"/>
                <a:gd name="connsiteX15" fmla="*/ 130492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grpFill/>
            <a:ln w="9525" cap="flat">
              <a:noFill/>
              <a:prstDash val="solid"/>
              <a:miter/>
            </a:ln>
          </p:spPr>
          <p:txBody>
            <a:bodyPr rtlCol="0" anchor="ctr"/>
            <a:lstStyle/>
            <a:p>
              <a:endParaRPr lang="de-DE"/>
            </a:p>
          </p:txBody>
        </p:sp>
        <p:sp>
          <p:nvSpPr>
            <p:cNvPr id="249" name="Freihandform: Form 248"/>
            <p:cNvSpPr/>
            <p:nvPr/>
          </p:nvSpPr>
          <p:spPr>
            <a:xfrm>
              <a:off x="6588442" y="3216591"/>
              <a:ext cx="205739" cy="280035"/>
            </a:xfrm>
            <a:custGeom>
              <a:avLst/>
              <a:gdLst>
                <a:gd name="connsiteX0" fmla="*/ 29527 w 205739"/>
                <a:gd name="connsiteY0" fmla="*/ 198120 h 280035"/>
                <a:gd name="connsiteX1" fmla="*/ 104775 w 205739"/>
                <a:gd name="connsiteY1" fmla="*/ 227648 h 280035"/>
                <a:gd name="connsiteX2" fmla="*/ 143827 w 205739"/>
                <a:gd name="connsiteY2" fmla="*/ 200978 h 280035"/>
                <a:gd name="connsiteX3" fmla="*/ 10477 w 205739"/>
                <a:gd name="connsiteY3" fmla="*/ 82868 h 280035"/>
                <a:gd name="connsiteX4" fmla="*/ 111443 w 205739"/>
                <a:gd name="connsiteY4" fmla="*/ 0 h 280035"/>
                <a:gd name="connsiteX5" fmla="*/ 203835 w 205739"/>
                <a:gd name="connsiteY5" fmla="*/ 27623 h 280035"/>
                <a:gd name="connsiteX6" fmla="*/ 174307 w 205739"/>
                <a:gd name="connsiteY6" fmla="*/ 76200 h 280035"/>
                <a:gd name="connsiteX7" fmla="*/ 110490 w 205739"/>
                <a:gd name="connsiteY7" fmla="*/ 52388 h 280035"/>
                <a:gd name="connsiteX8" fmla="*/ 72390 w 205739"/>
                <a:gd name="connsiteY8" fmla="*/ 77153 h 280035"/>
                <a:gd name="connsiteX9" fmla="*/ 205740 w 205739"/>
                <a:gd name="connsiteY9" fmla="*/ 195263 h 280035"/>
                <a:gd name="connsiteX10" fmla="*/ 102870 w 205739"/>
                <a:gd name="connsiteY10" fmla="*/ 280035 h 280035"/>
                <a:gd name="connsiteX11" fmla="*/ 0 w 205739"/>
                <a:gd name="connsiteY11" fmla="*/ 247650 h 280035"/>
                <a:gd name="connsiteX12" fmla="*/ 29527 w 205739"/>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5">
                  <a:moveTo>
                    <a:pt x="29527" y="198120"/>
                  </a:moveTo>
                  <a:cubicBezTo>
                    <a:pt x="56197" y="218123"/>
                    <a:pt x="80963" y="227648"/>
                    <a:pt x="104775" y="227648"/>
                  </a:cubicBezTo>
                  <a:cubicBezTo>
                    <a:pt x="127635" y="227648"/>
                    <a:pt x="143827" y="217170"/>
                    <a:pt x="143827" y="200978"/>
                  </a:cubicBezTo>
                  <a:cubicBezTo>
                    <a:pt x="143827" y="155258"/>
                    <a:pt x="10477" y="171450"/>
                    <a:pt x="10477" y="82868"/>
                  </a:cubicBezTo>
                  <a:cubicBezTo>
                    <a:pt x="10477" y="33338"/>
                    <a:pt x="51435" y="0"/>
                    <a:pt x="111443" y="0"/>
                  </a:cubicBezTo>
                  <a:cubicBezTo>
                    <a:pt x="143827" y="0"/>
                    <a:pt x="175260" y="9525"/>
                    <a:pt x="203835" y="27623"/>
                  </a:cubicBezTo>
                  <a:lnTo>
                    <a:pt x="174307"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2" y="280035"/>
                    <a:pt x="102870" y="280035"/>
                  </a:cubicBezTo>
                  <a:cubicBezTo>
                    <a:pt x="67627" y="280035"/>
                    <a:pt x="31432" y="268605"/>
                    <a:pt x="0" y="247650"/>
                  </a:cubicBezTo>
                  <a:lnTo>
                    <a:pt x="29527" y="198120"/>
                  </a:lnTo>
                  <a:close/>
                </a:path>
              </a:pathLst>
            </a:custGeom>
            <a:grpFill/>
            <a:ln w="9525" cap="flat">
              <a:noFill/>
              <a:prstDash val="solid"/>
              <a:miter/>
            </a:ln>
          </p:spPr>
          <p:txBody>
            <a:bodyPr rtlCol="0" anchor="ctr"/>
            <a:lstStyle/>
            <a:p>
              <a:endParaRPr lang="de-DE"/>
            </a:p>
          </p:txBody>
        </p:sp>
        <p:sp>
          <p:nvSpPr>
            <p:cNvPr id="250" name="Freihandform: Form 249"/>
            <p:cNvSpPr/>
            <p:nvPr/>
          </p:nvSpPr>
          <p:spPr>
            <a:xfrm>
              <a:off x="6837044" y="3224212"/>
              <a:ext cx="376237" cy="266700"/>
            </a:xfrm>
            <a:custGeom>
              <a:avLst/>
              <a:gdLst>
                <a:gd name="connsiteX0" fmla="*/ 376238 w 376237"/>
                <a:gd name="connsiteY0" fmla="*/ 0 h 266700"/>
                <a:gd name="connsiteX1" fmla="*/ 297180 w 376237"/>
                <a:gd name="connsiteY1" fmla="*/ 266700 h 266700"/>
                <a:gd name="connsiteX2" fmla="*/ 237173 w 376237"/>
                <a:gd name="connsiteY2" fmla="*/ 266700 h 266700"/>
                <a:gd name="connsiteX3" fmla="*/ 188595 w 376237"/>
                <a:gd name="connsiteY3" fmla="*/ 81915 h 266700"/>
                <a:gd name="connsiteX4" fmla="*/ 187643 w 376237"/>
                <a:gd name="connsiteY4" fmla="*/ 81915 h 266700"/>
                <a:gd name="connsiteX5" fmla="*/ 139065 w 376237"/>
                <a:gd name="connsiteY5" fmla="*/ 266700 h 266700"/>
                <a:gd name="connsiteX6" fmla="*/ 79057 w 376237"/>
                <a:gd name="connsiteY6" fmla="*/ 266700 h 266700"/>
                <a:gd name="connsiteX7" fmla="*/ 0 w 376237"/>
                <a:gd name="connsiteY7" fmla="*/ 0 h 266700"/>
                <a:gd name="connsiteX8" fmla="*/ 65723 w 376237"/>
                <a:gd name="connsiteY8" fmla="*/ 0 h 266700"/>
                <a:gd name="connsiteX9" fmla="*/ 111443 w 376237"/>
                <a:gd name="connsiteY9" fmla="*/ 180022 h 266700"/>
                <a:gd name="connsiteX10" fmla="*/ 112395 w 376237"/>
                <a:gd name="connsiteY10" fmla="*/ 180022 h 266700"/>
                <a:gd name="connsiteX11" fmla="*/ 159068 w 376237"/>
                <a:gd name="connsiteY11" fmla="*/ 0 h 266700"/>
                <a:gd name="connsiteX12" fmla="*/ 216218 w 376237"/>
                <a:gd name="connsiteY12" fmla="*/ 0 h 266700"/>
                <a:gd name="connsiteX13" fmla="*/ 264795 w 376237"/>
                <a:gd name="connsiteY13" fmla="*/ 180022 h 266700"/>
                <a:gd name="connsiteX14" fmla="*/ 265748 w 376237"/>
                <a:gd name="connsiteY14" fmla="*/ 180022 h 266700"/>
                <a:gd name="connsiteX15" fmla="*/ 311468 w 376237"/>
                <a:gd name="connsiteY15" fmla="*/ 0 h 266700"/>
                <a:gd name="connsiteX16" fmla="*/ 376238 w 376237"/>
                <a:gd name="connsiteY16"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6237" h="266700">
                  <a:moveTo>
                    <a:pt x="376238" y="0"/>
                  </a:moveTo>
                  <a:lnTo>
                    <a:pt x="297180" y="266700"/>
                  </a:lnTo>
                  <a:lnTo>
                    <a:pt x="237173" y="266700"/>
                  </a:lnTo>
                  <a:lnTo>
                    <a:pt x="188595" y="81915"/>
                  </a:lnTo>
                  <a:lnTo>
                    <a:pt x="187643" y="81915"/>
                  </a:lnTo>
                  <a:lnTo>
                    <a:pt x="139065" y="266700"/>
                  </a:lnTo>
                  <a:lnTo>
                    <a:pt x="79057" y="266700"/>
                  </a:lnTo>
                  <a:lnTo>
                    <a:pt x="0" y="0"/>
                  </a:lnTo>
                  <a:lnTo>
                    <a:pt x="65723" y="0"/>
                  </a:lnTo>
                  <a:lnTo>
                    <a:pt x="111443" y="180022"/>
                  </a:lnTo>
                  <a:lnTo>
                    <a:pt x="112395" y="180022"/>
                  </a:lnTo>
                  <a:lnTo>
                    <a:pt x="159068" y="0"/>
                  </a:lnTo>
                  <a:lnTo>
                    <a:pt x="216218" y="0"/>
                  </a:lnTo>
                  <a:lnTo>
                    <a:pt x="264795" y="180022"/>
                  </a:lnTo>
                  <a:lnTo>
                    <a:pt x="265748" y="180022"/>
                  </a:lnTo>
                  <a:lnTo>
                    <a:pt x="311468" y="0"/>
                  </a:lnTo>
                  <a:lnTo>
                    <a:pt x="376238" y="0"/>
                  </a:lnTo>
                  <a:close/>
                </a:path>
              </a:pathLst>
            </a:custGeom>
            <a:grpFill/>
            <a:ln w="9525" cap="flat">
              <a:noFill/>
              <a:prstDash val="solid"/>
              <a:miter/>
            </a:ln>
          </p:spPr>
          <p:txBody>
            <a:bodyPr rtlCol="0" anchor="ctr"/>
            <a:lstStyle/>
            <a:p>
              <a:endParaRPr lang="de-DE"/>
            </a:p>
          </p:txBody>
        </p:sp>
        <p:sp>
          <p:nvSpPr>
            <p:cNvPr id="251" name="Freihandform: Form 250"/>
            <p:cNvSpPr/>
            <p:nvPr/>
          </p:nvSpPr>
          <p:spPr>
            <a:xfrm>
              <a:off x="7259954" y="3105149"/>
              <a:ext cx="79057" cy="385762"/>
            </a:xfrm>
            <a:custGeom>
              <a:avLst/>
              <a:gdLst>
                <a:gd name="connsiteX0" fmla="*/ 79057 w 79057"/>
                <a:gd name="connsiteY0" fmla="*/ 38100 h 385762"/>
                <a:gd name="connsiteX1" fmla="*/ 39052 w 79057"/>
                <a:gd name="connsiteY1" fmla="*/ 76200 h 385762"/>
                <a:gd name="connsiteX2" fmla="*/ 0 w 79057"/>
                <a:gd name="connsiteY2" fmla="*/ 38100 h 385762"/>
                <a:gd name="connsiteX3" fmla="*/ 39052 w 79057"/>
                <a:gd name="connsiteY3" fmla="*/ 0 h 385762"/>
                <a:gd name="connsiteX4" fmla="*/ 79057 w 79057"/>
                <a:gd name="connsiteY4" fmla="*/ 38100 h 385762"/>
                <a:gd name="connsiteX5" fmla="*/ 70485 w 79057"/>
                <a:gd name="connsiteY5" fmla="*/ 385763 h 385762"/>
                <a:gd name="connsiteX6" fmla="*/ 8572 w 79057"/>
                <a:gd name="connsiteY6" fmla="*/ 385763 h 385762"/>
                <a:gd name="connsiteX7" fmla="*/ 8572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7" y="38100"/>
                  </a:moveTo>
                  <a:cubicBezTo>
                    <a:pt x="79057" y="60008"/>
                    <a:pt x="60960" y="76200"/>
                    <a:pt x="39052" y="76200"/>
                  </a:cubicBezTo>
                  <a:cubicBezTo>
                    <a:pt x="17145" y="76200"/>
                    <a:pt x="0" y="60960"/>
                    <a:pt x="0" y="38100"/>
                  </a:cubicBezTo>
                  <a:cubicBezTo>
                    <a:pt x="0" y="16192"/>
                    <a:pt x="18097" y="0"/>
                    <a:pt x="39052" y="0"/>
                  </a:cubicBezTo>
                  <a:cubicBezTo>
                    <a:pt x="61913" y="0"/>
                    <a:pt x="79057" y="16192"/>
                    <a:pt x="79057" y="38100"/>
                  </a:cubicBezTo>
                  <a:close/>
                  <a:moveTo>
                    <a:pt x="70485" y="385763"/>
                  </a:moveTo>
                  <a:lnTo>
                    <a:pt x="8572" y="385763"/>
                  </a:lnTo>
                  <a:lnTo>
                    <a:pt x="8572" y="119063"/>
                  </a:lnTo>
                  <a:lnTo>
                    <a:pt x="70485" y="119063"/>
                  </a:lnTo>
                  <a:lnTo>
                    <a:pt x="70485" y="385763"/>
                  </a:lnTo>
                  <a:close/>
                </a:path>
              </a:pathLst>
            </a:custGeom>
            <a:grpFill/>
            <a:ln w="9525" cap="flat">
              <a:noFill/>
              <a:prstDash val="solid"/>
              <a:miter/>
            </a:ln>
          </p:spPr>
          <p:txBody>
            <a:bodyPr rtlCol="0" anchor="ctr"/>
            <a:lstStyle/>
            <a:p>
              <a:endParaRPr lang="de-DE"/>
            </a:p>
          </p:txBody>
        </p:sp>
        <p:sp>
          <p:nvSpPr>
            <p:cNvPr id="252" name="Freihandform: Form 251"/>
            <p:cNvSpPr/>
            <p:nvPr/>
          </p:nvSpPr>
          <p:spPr>
            <a:xfrm>
              <a:off x="7388542" y="3216591"/>
              <a:ext cx="205739" cy="280035"/>
            </a:xfrm>
            <a:custGeom>
              <a:avLst/>
              <a:gdLst>
                <a:gd name="connsiteX0" fmla="*/ 29527 w 205739"/>
                <a:gd name="connsiteY0" fmla="*/ 198120 h 280035"/>
                <a:gd name="connsiteX1" fmla="*/ 104775 w 205739"/>
                <a:gd name="connsiteY1" fmla="*/ 227648 h 280035"/>
                <a:gd name="connsiteX2" fmla="*/ 143827 w 205739"/>
                <a:gd name="connsiteY2" fmla="*/ 200978 h 280035"/>
                <a:gd name="connsiteX3" fmla="*/ 10477 w 205739"/>
                <a:gd name="connsiteY3" fmla="*/ 82868 h 280035"/>
                <a:gd name="connsiteX4" fmla="*/ 111443 w 205739"/>
                <a:gd name="connsiteY4" fmla="*/ 0 h 280035"/>
                <a:gd name="connsiteX5" fmla="*/ 203835 w 205739"/>
                <a:gd name="connsiteY5" fmla="*/ 27623 h 280035"/>
                <a:gd name="connsiteX6" fmla="*/ 174307 w 205739"/>
                <a:gd name="connsiteY6" fmla="*/ 76200 h 280035"/>
                <a:gd name="connsiteX7" fmla="*/ 110490 w 205739"/>
                <a:gd name="connsiteY7" fmla="*/ 52388 h 280035"/>
                <a:gd name="connsiteX8" fmla="*/ 72390 w 205739"/>
                <a:gd name="connsiteY8" fmla="*/ 77153 h 280035"/>
                <a:gd name="connsiteX9" fmla="*/ 205740 w 205739"/>
                <a:gd name="connsiteY9" fmla="*/ 195263 h 280035"/>
                <a:gd name="connsiteX10" fmla="*/ 102870 w 205739"/>
                <a:gd name="connsiteY10" fmla="*/ 280035 h 280035"/>
                <a:gd name="connsiteX11" fmla="*/ 0 w 205739"/>
                <a:gd name="connsiteY11" fmla="*/ 247650 h 280035"/>
                <a:gd name="connsiteX12" fmla="*/ 29527 w 205739"/>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5">
                  <a:moveTo>
                    <a:pt x="29527" y="198120"/>
                  </a:moveTo>
                  <a:cubicBezTo>
                    <a:pt x="56197" y="218123"/>
                    <a:pt x="80963" y="227648"/>
                    <a:pt x="104775" y="227648"/>
                  </a:cubicBezTo>
                  <a:cubicBezTo>
                    <a:pt x="127635" y="227648"/>
                    <a:pt x="143827" y="217170"/>
                    <a:pt x="143827" y="200978"/>
                  </a:cubicBezTo>
                  <a:cubicBezTo>
                    <a:pt x="143827" y="155258"/>
                    <a:pt x="10477" y="171450"/>
                    <a:pt x="10477" y="82868"/>
                  </a:cubicBezTo>
                  <a:cubicBezTo>
                    <a:pt x="10477" y="33338"/>
                    <a:pt x="51435" y="0"/>
                    <a:pt x="111443" y="0"/>
                  </a:cubicBezTo>
                  <a:cubicBezTo>
                    <a:pt x="143827" y="0"/>
                    <a:pt x="175260" y="9525"/>
                    <a:pt x="203835" y="27623"/>
                  </a:cubicBezTo>
                  <a:lnTo>
                    <a:pt x="174307"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2" y="280035"/>
                    <a:pt x="102870" y="280035"/>
                  </a:cubicBezTo>
                  <a:cubicBezTo>
                    <a:pt x="67627" y="280035"/>
                    <a:pt x="31432" y="268605"/>
                    <a:pt x="0" y="247650"/>
                  </a:cubicBezTo>
                  <a:lnTo>
                    <a:pt x="29527" y="198120"/>
                  </a:lnTo>
                  <a:close/>
                </a:path>
              </a:pathLst>
            </a:custGeom>
            <a:grpFill/>
            <a:ln w="9525" cap="flat">
              <a:noFill/>
              <a:prstDash val="solid"/>
              <a:miter/>
            </a:ln>
          </p:spPr>
          <p:txBody>
            <a:bodyPr rtlCol="0" anchor="ctr"/>
            <a:lstStyle/>
            <a:p>
              <a:endParaRPr lang="de-DE"/>
            </a:p>
          </p:txBody>
        </p:sp>
        <p:sp>
          <p:nvSpPr>
            <p:cNvPr id="253" name="Freihandform: Form 252"/>
            <p:cNvSpPr/>
            <p:nvPr/>
          </p:nvSpPr>
          <p:spPr>
            <a:xfrm>
              <a:off x="7635239" y="3216591"/>
              <a:ext cx="205740" cy="280035"/>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3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grpFill/>
            <a:ln w="9525" cap="flat">
              <a:noFill/>
              <a:prstDash val="solid"/>
              <a:miter/>
            </a:ln>
          </p:spPr>
          <p:txBody>
            <a:bodyPr rtlCol="0" anchor="ctr"/>
            <a:lstStyle/>
            <a:p>
              <a:endParaRPr lang="de-DE"/>
            </a:p>
          </p:txBody>
        </p:sp>
        <p:sp>
          <p:nvSpPr>
            <p:cNvPr id="254" name="Freihandform: Form 253"/>
            <p:cNvSpPr/>
            <p:nvPr/>
          </p:nvSpPr>
          <p:spPr>
            <a:xfrm>
              <a:off x="7890509"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255" name="Freihandform: Form 254"/>
            <p:cNvSpPr/>
            <p:nvPr/>
          </p:nvSpPr>
          <p:spPr>
            <a:xfrm>
              <a:off x="8202929" y="3217544"/>
              <a:ext cx="228600" cy="273367"/>
            </a:xfrm>
            <a:custGeom>
              <a:avLst/>
              <a:gdLst>
                <a:gd name="connsiteX0" fmla="*/ 228600 w 228600"/>
                <a:gd name="connsiteY0" fmla="*/ 273367 h 273367"/>
                <a:gd name="connsiteX1" fmla="*/ 166688 w 228600"/>
                <a:gd name="connsiteY1" fmla="*/ 273367 h 273367"/>
                <a:gd name="connsiteX2" fmla="*/ 166688 w 228600"/>
                <a:gd name="connsiteY2" fmla="*/ 120967 h 273367"/>
                <a:gd name="connsiteX3" fmla="*/ 117157 w 228600"/>
                <a:gd name="connsiteY3" fmla="*/ 56197 h 273367"/>
                <a:gd name="connsiteX4" fmla="*/ 61913 w 228600"/>
                <a:gd name="connsiteY4" fmla="*/ 120967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3367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3367"/>
                  </a:moveTo>
                  <a:lnTo>
                    <a:pt x="166688" y="273367"/>
                  </a:lnTo>
                  <a:lnTo>
                    <a:pt x="166688" y="120967"/>
                  </a:lnTo>
                  <a:cubicBezTo>
                    <a:pt x="166688" y="81915"/>
                    <a:pt x="155257" y="56197"/>
                    <a:pt x="117157" y="56197"/>
                  </a:cubicBezTo>
                  <a:cubicBezTo>
                    <a:pt x="73343" y="56197"/>
                    <a:pt x="61913" y="91440"/>
                    <a:pt x="61913" y="120967"/>
                  </a:cubicBezTo>
                  <a:lnTo>
                    <a:pt x="61913" y="273367"/>
                  </a:lnTo>
                  <a:lnTo>
                    <a:pt x="0" y="273367"/>
                  </a:lnTo>
                  <a:lnTo>
                    <a:pt x="0" y="6667"/>
                  </a:lnTo>
                  <a:lnTo>
                    <a:pt x="61913" y="6667"/>
                  </a:lnTo>
                  <a:lnTo>
                    <a:pt x="61913" y="39052"/>
                  </a:lnTo>
                  <a:lnTo>
                    <a:pt x="62865" y="39052"/>
                  </a:lnTo>
                  <a:cubicBezTo>
                    <a:pt x="79057" y="15240"/>
                    <a:pt x="106680" y="0"/>
                    <a:pt x="140970" y="0"/>
                  </a:cubicBezTo>
                  <a:cubicBezTo>
                    <a:pt x="201930" y="0"/>
                    <a:pt x="228600" y="44767"/>
                    <a:pt x="228600" y="107633"/>
                  </a:cubicBezTo>
                  <a:lnTo>
                    <a:pt x="228600" y="273367"/>
                  </a:lnTo>
                  <a:close/>
                </a:path>
              </a:pathLst>
            </a:custGeom>
            <a:grpFill/>
            <a:ln w="9525" cap="flat">
              <a:noFill/>
              <a:prstDash val="solid"/>
              <a:miter/>
            </a:ln>
          </p:spPr>
          <p:txBody>
            <a:bodyPr rtlCol="0" anchor="ctr"/>
            <a:lstStyle/>
            <a:p>
              <a:endParaRPr lang="de-DE"/>
            </a:p>
          </p:txBody>
        </p:sp>
        <p:sp>
          <p:nvSpPr>
            <p:cNvPr id="256" name="Freihandform: Form 255"/>
            <p:cNvSpPr/>
            <p:nvPr/>
          </p:nvSpPr>
          <p:spPr>
            <a:xfrm>
              <a:off x="8487726" y="3216591"/>
              <a:ext cx="205740" cy="280035"/>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3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grpFill/>
            <a:ln w="9525" cap="flat">
              <a:noFill/>
              <a:prstDash val="solid"/>
              <a:miter/>
            </a:ln>
          </p:spPr>
          <p:txBody>
            <a:bodyPr rtlCol="0" anchor="ctr"/>
            <a:lstStyle/>
            <a:p>
              <a:endParaRPr lang="de-DE"/>
            </a:p>
          </p:txBody>
        </p:sp>
        <p:sp>
          <p:nvSpPr>
            <p:cNvPr id="257" name="Freihandform: Form 256"/>
            <p:cNvSpPr/>
            <p:nvPr/>
          </p:nvSpPr>
          <p:spPr>
            <a:xfrm>
              <a:off x="8743949" y="3216591"/>
              <a:ext cx="224789" cy="280035"/>
            </a:xfrm>
            <a:custGeom>
              <a:avLst/>
              <a:gdLst>
                <a:gd name="connsiteX0" fmla="*/ 222885 w 224789"/>
                <a:gd name="connsiteY0" fmla="*/ 237173 h 280035"/>
                <a:gd name="connsiteX1" fmla="*/ 127635 w 224789"/>
                <a:gd name="connsiteY1" fmla="*/ 280035 h 280035"/>
                <a:gd name="connsiteX2" fmla="*/ 0 w 224789"/>
                <a:gd name="connsiteY2" fmla="*/ 140970 h 280035"/>
                <a:gd name="connsiteX3" fmla="*/ 128588 w 224789"/>
                <a:gd name="connsiteY3" fmla="*/ 0 h 280035"/>
                <a:gd name="connsiteX4" fmla="*/ 224790 w 224789"/>
                <a:gd name="connsiteY4" fmla="*/ 45720 h 280035"/>
                <a:gd name="connsiteX5" fmla="*/ 181927 w 224789"/>
                <a:gd name="connsiteY5" fmla="*/ 86678 h 280035"/>
                <a:gd name="connsiteX6" fmla="*/ 128588 w 224789"/>
                <a:gd name="connsiteY6" fmla="*/ 57150 h 280035"/>
                <a:gd name="connsiteX7" fmla="*/ 62865 w 224789"/>
                <a:gd name="connsiteY7" fmla="*/ 140017 h 280035"/>
                <a:gd name="connsiteX8" fmla="*/ 128588 w 224789"/>
                <a:gd name="connsiteY8" fmla="*/ 222885 h 280035"/>
                <a:gd name="connsiteX9" fmla="*/ 183832 w 224789"/>
                <a:gd name="connsiteY9" fmla="*/ 193358 h 280035"/>
                <a:gd name="connsiteX10" fmla="*/ 222885 w 224789"/>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7" y="15240"/>
                    <a:pt x="224790" y="45720"/>
                  </a:cubicBezTo>
                  <a:lnTo>
                    <a:pt x="181927"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258" name="Freihandform: Form 257"/>
            <p:cNvSpPr/>
            <p:nvPr/>
          </p:nvSpPr>
          <p:spPr>
            <a:xfrm>
              <a:off x="9022079" y="3100387"/>
              <a:ext cx="228600" cy="390525"/>
            </a:xfrm>
            <a:custGeom>
              <a:avLst/>
              <a:gdLst>
                <a:gd name="connsiteX0" fmla="*/ 228600 w 228600"/>
                <a:gd name="connsiteY0" fmla="*/ 390525 h 390525"/>
                <a:gd name="connsiteX1" fmla="*/ 166688 w 228600"/>
                <a:gd name="connsiteY1" fmla="*/ 390525 h 390525"/>
                <a:gd name="connsiteX2" fmla="*/ 166688 w 228600"/>
                <a:gd name="connsiteY2" fmla="*/ 238125 h 390525"/>
                <a:gd name="connsiteX3" fmla="*/ 117157 w 228600"/>
                <a:gd name="connsiteY3" fmla="*/ 173355 h 390525"/>
                <a:gd name="connsiteX4" fmla="*/ 61913 w 228600"/>
                <a:gd name="connsiteY4" fmla="*/ 238125 h 390525"/>
                <a:gd name="connsiteX5" fmla="*/ 61913 w 228600"/>
                <a:gd name="connsiteY5" fmla="*/ 390525 h 390525"/>
                <a:gd name="connsiteX6" fmla="*/ 0 w 228600"/>
                <a:gd name="connsiteY6" fmla="*/ 390525 h 390525"/>
                <a:gd name="connsiteX7" fmla="*/ 0 w 228600"/>
                <a:gd name="connsiteY7" fmla="*/ 16192 h 390525"/>
                <a:gd name="connsiteX8" fmla="*/ 61913 w 228600"/>
                <a:gd name="connsiteY8" fmla="*/ 0 h 390525"/>
                <a:gd name="connsiteX9" fmla="*/ 61913 w 228600"/>
                <a:gd name="connsiteY9" fmla="*/ 155258 h 390525"/>
                <a:gd name="connsiteX10" fmla="*/ 62865 w 228600"/>
                <a:gd name="connsiteY10" fmla="*/ 155258 h 390525"/>
                <a:gd name="connsiteX11" fmla="*/ 140970 w 228600"/>
                <a:gd name="connsiteY11" fmla="*/ 116205 h 390525"/>
                <a:gd name="connsiteX12" fmla="*/ 228600 w 228600"/>
                <a:gd name="connsiteY12" fmla="*/ 223838 h 390525"/>
                <a:gd name="connsiteX13" fmla="*/ 228600 w 228600"/>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0525">
                  <a:moveTo>
                    <a:pt x="228600" y="390525"/>
                  </a:moveTo>
                  <a:lnTo>
                    <a:pt x="166688" y="390525"/>
                  </a:lnTo>
                  <a:lnTo>
                    <a:pt x="166688" y="238125"/>
                  </a:lnTo>
                  <a:cubicBezTo>
                    <a:pt x="166688" y="199073"/>
                    <a:pt x="154305" y="173355"/>
                    <a:pt x="117157"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259" name="Freihandform: Form 258"/>
            <p:cNvSpPr/>
            <p:nvPr/>
          </p:nvSpPr>
          <p:spPr>
            <a:xfrm>
              <a:off x="9312592" y="3217544"/>
              <a:ext cx="225742" cy="279082"/>
            </a:xfrm>
            <a:custGeom>
              <a:avLst/>
              <a:gdLst>
                <a:gd name="connsiteX0" fmla="*/ 114300 w 225742"/>
                <a:gd name="connsiteY0" fmla="*/ 107633 h 279082"/>
                <a:gd name="connsiteX1" fmla="*/ 164782 w 225742"/>
                <a:gd name="connsiteY1" fmla="*/ 113347 h 279082"/>
                <a:gd name="connsiteX2" fmla="*/ 164782 w 225742"/>
                <a:gd name="connsiteY2" fmla="*/ 103822 h 279082"/>
                <a:gd name="connsiteX3" fmla="*/ 105727 w 225742"/>
                <a:gd name="connsiteY3" fmla="*/ 52388 h 279082"/>
                <a:gd name="connsiteX4" fmla="*/ 38100 w 225742"/>
                <a:gd name="connsiteY4" fmla="*/ 67627 h 279082"/>
                <a:gd name="connsiteX5" fmla="*/ 24765 w 225742"/>
                <a:gd name="connsiteY5" fmla="*/ 15240 h 279082"/>
                <a:gd name="connsiteX6" fmla="*/ 112395 w 225742"/>
                <a:gd name="connsiteY6" fmla="*/ 0 h 279082"/>
                <a:gd name="connsiteX7" fmla="*/ 225743 w 225742"/>
                <a:gd name="connsiteY7" fmla="*/ 102870 h 279082"/>
                <a:gd name="connsiteX8" fmla="*/ 225743 w 225742"/>
                <a:gd name="connsiteY8" fmla="*/ 273367 h 279082"/>
                <a:gd name="connsiteX9" fmla="*/ 166688 w 225742"/>
                <a:gd name="connsiteY9" fmla="*/ 273367 h 279082"/>
                <a:gd name="connsiteX10" fmla="*/ 166688 w 225742"/>
                <a:gd name="connsiteY10" fmla="*/ 244792 h 279082"/>
                <a:gd name="connsiteX11" fmla="*/ 165735 w 225742"/>
                <a:gd name="connsiteY11" fmla="*/ 244792 h 279082"/>
                <a:gd name="connsiteX12" fmla="*/ 87630 w 225742"/>
                <a:gd name="connsiteY12" fmla="*/ 279083 h 279082"/>
                <a:gd name="connsiteX13" fmla="*/ 0 w 225742"/>
                <a:gd name="connsiteY13" fmla="*/ 194310 h 279082"/>
                <a:gd name="connsiteX14" fmla="*/ 114300 w 225742"/>
                <a:gd name="connsiteY14" fmla="*/ 107633 h 279082"/>
                <a:gd name="connsiteX15" fmla="*/ 103822 w 225742"/>
                <a:gd name="connsiteY15" fmla="*/ 232410 h 279082"/>
                <a:gd name="connsiteX16" fmla="*/ 164782 w 225742"/>
                <a:gd name="connsiteY16" fmla="*/ 200025 h 279082"/>
                <a:gd name="connsiteX17" fmla="*/ 164782 w 225742"/>
                <a:gd name="connsiteY17" fmla="*/ 153352 h 279082"/>
                <a:gd name="connsiteX18" fmla="*/ 120968 w 225742"/>
                <a:gd name="connsiteY18" fmla="*/ 148590 h 279082"/>
                <a:gd name="connsiteX19" fmla="*/ 59055 w 225742"/>
                <a:gd name="connsiteY19" fmla="*/ 192405 h 279082"/>
                <a:gd name="connsiteX20" fmla="*/ 103822 w 225742"/>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42" h="279082">
                  <a:moveTo>
                    <a:pt x="114300" y="107633"/>
                  </a:moveTo>
                  <a:cubicBezTo>
                    <a:pt x="131445" y="107633"/>
                    <a:pt x="147638" y="108585"/>
                    <a:pt x="164782" y="113347"/>
                  </a:cubicBezTo>
                  <a:lnTo>
                    <a:pt x="164782" y="103822"/>
                  </a:lnTo>
                  <a:cubicBezTo>
                    <a:pt x="164782" y="69532"/>
                    <a:pt x="144780" y="52388"/>
                    <a:pt x="105727" y="52388"/>
                  </a:cubicBezTo>
                  <a:cubicBezTo>
                    <a:pt x="83820" y="52388"/>
                    <a:pt x="60007" y="57150"/>
                    <a:pt x="38100" y="67627"/>
                  </a:cubicBezTo>
                  <a:lnTo>
                    <a:pt x="24765" y="15240"/>
                  </a:lnTo>
                  <a:cubicBezTo>
                    <a:pt x="49530" y="5715"/>
                    <a:pt x="81915" y="0"/>
                    <a:pt x="112395" y="0"/>
                  </a:cubicBezTo>
                  <a:cubicBezTo>
                    <a:pt x="187643" y="0"/>
                    <a:pt x="225743" y="35242"/>
                    <a:pt x="225743" y="102870"/>
                  </a:cubicBezTo>
                  <a:lnTo>
                    <a:pt x="225743"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2" y="232410"/>
                  </a:moveTo>
                  <a:cubicBezTo>
                    <a:pt x="126682" y="232410"/>
                    <a:pt x="147638" y="220980"/>
                    <a:pt x="164782" y="200025"/>
                  </a:cubicBezTo>
                  <a:lnTo>
                    <a:pt x="164782" y="153352"/>
                  </a:lnTo>
                  <a:cubicBezTo>
                    <a:pt x="150495" y="149542"/>
                    <a:pt x="135255" y="148590"/>
                    <a:pt x="120968" y="148590"/>
                  </a:cubicBezTo>
                  <a:cubicBezTo>
                    <a:pt x="81915" y="148590"/>
                    <a:pt x="59055" y="163830"/>
                    <a:pt x="59055" y="192405"/>
                  </a:cubicBezTo>
                  <a:cubicBezTo>
                    <a:pt x="60007" y="217170"/>
                    <a:pt x="77152" y="232410"/>
                    <a:pt x="103822" y="232410"/>
                  </a:cubicBezTo>
                  <a:close/>
                </a:path>
              </a:pathLst>
            </a:custGeom>
            <a:grpFill/>
            <a:ln w="9525" cap="flat">
              <a:noFill/>
              <a:prstDash val="solid"/>
              <a:miter/>
            </a:ln>
          </p:spPr>
          <p:txBody>
            <a:bodyPr rtlCol="0" anchor="ctr"/>
            <a:lstStyle/>
            <a:p>
              <a:endParaRPr lang="de-DE"/>
            </a:p>
          </p:txBody>
        </p:sp>
        <p:sp>
          <p:nvSpPr>
            <p:cNvPr id="260" name="Freihandform: Form 259"/>
            <p:cNvSpPr/>
            <p:nvPr/>
          </p:nvSpPr>
          <p:spPr>
            <a:xfrm>
              <a:off x="9588817" y="3097529"/>
              <a:ext cx="162877" cy="393382"/>
            </a:xfrm>
            <a:custGeom>
              <a:avLst/>
              <a:gdLst>
                <a:gd name="connsiteX0" fmla="*/ 162877 w 162877"/>
                <a:gd name="connsiteY0" fmla="*/ 58103 h 393382"/>
                <a:gd name="connsiteX1" fmla="*/ 135255 w 162877"/>
                <a:gd name="connsiteY1" fmla="*/ 53340 h 393382"/>
                <a:gd name="connsiteX2" fmla="*/ 101918 w 162877"/>
                <a:gd name="connsiteY2" fmla="*/ 90488 h 393382"/>
                <a:gd name="connsiteX3" fmla="*/ 101918 w 162877"/>
                <a:gd name="connsiteY3" fmla="*/ 126683 h 393382"/>
                <a:gd name="connsiteX4" fmla="*/ 155257 w 162877"/>
                <a:gd name="connsiteY4" fmla="*/ 126683 h 393382"/>
                <a:gd name="connsiteX5" fmla="*/ 155257 w 162877"/>
                <a:gd name="connsiteY5" fmla="*/ 178118 h 393382"/>
                <a:gd name="connsiteX6" fmla="*/ 102870 w 162877"/>
                <a:gd name="connsiteY6" fmla="*/ 178118 h 393382"/>
                <a:gd name="connsiteX7" fmla="*/ 102870 w 162877"/>
                <a:gd name="connsiteY7" fmla="*/ 393383 h 393382"/>
                <a:gd name="connsiteX8" fmla="*/ 40957 w 162877"/>
                <a:gd name="connsiteY8" fmla="*/ 393383 h 393382"/>
                <a:gd name="connsiteX9" fmla="*/ 40957 w 162877"/>
                <a:gd name="connsiteY9" fmla="*/ 179070 h 393382"/>
                <a:gd name="connsiteX10" fmla="*/ 0 w 162877"/>
                <a:gd name="connsiteY10" fmla="*/ 179070 h 393382"/>
                <a:gd name="connsiteX11" fmla="*/ 0 w 162877"/>
                <a:gd name="connsiteY11" fmla="*/ 126683 h 393382"/>
                <a:gd name="connsiteX12" fmla="*/ 40957 w 162877"/>
                <a:gd name="connsiteY12" fmla="*/ 126683 h 393382"/>
                <a:gd name="connsiteX13" fmla="*/ 40957 w 162877"/>
                <a:gd name="connsiteY13" fmla="*/ 88583 h 393382"/>
                <a:gd name="connsiteX14" fmla="*/ 125730 w 162877"/>
                <a:gd name="connsiteY14" fmla="*/ 0 h 393382"/>
                <a:gd name="connsiteX15" fmla="*/ 162877 w 162877"/>
                <a:gd name="connsiteY15" fmla="*/ 5715 h 393382"/>
                <a:gd name="connsiteX16" fmla="*/ 162877 w 162877"/>
                <a:gd name="connsiteY16" fmla="*/ 58103 h 39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877" h="393382">
                  <a:moveTo>
                    <a:pt x="162877" y="58103"/>
                  </a:moveTo>
                  <a:cubicBezTo>
                    <a:pt x="154305" y="54293"/>
                    <a:pt x="144780" y="53340"/>
                    <a:pt x="135255" y="53340"/>
                  </a:cubicBezTo>
                  <a:cubicBezTo>
                    <a:pt x="111443" y="53340"/>
                    <a:pt x="101918" y="65723"/>
                    <a:pt x="101918" y="90488"/>
                  </a:cubicBezTo>
                  <a:lnTo>
                    <a:pt x="101918" y="126683"/>
                  </a:lnTo>
                  <a:lnTo>
                    <a:pt x="155257" y="126683"/>
                  </a:lnTo>
                  <a:lnTo>
                    <a:pt x="155257" y="178118"/>
                  </a:lnTo>
                  <a:lnTo>
                    <a:pt x="102870" y="178118"/>
                  </a:lnTo>
                  <a:lnTo>
                    <a:pt x="102870" y="393383"/>
                  </a:lnTo>
                  <a:lnTo>
                    <a:pt x="40957" y="393383"/>
                  </a:lnTo>
                  <a:lnTo>
                    <a:pt x="40957" y="179070"/>
                  </a:lnTo>
                  <a:lnTo>
                    <a:pt x="0" y="179070"/>
                  </a:lnTo>
                  <a:lnTo>
                    <a:pt x="0" y="126683"/>
                  </a:lnTo>
                  <a:lnTo>
                    <a:pt x="40957" y="126683"/>
                  </a:lnTo>
                  <a:lnTo>
                    <a:pt x="40957" y="88583"/>
                  </a:lnTo>
                  <a:cubicBezTo>
                    <a:pt x="40957" y="33338"/>
                    <a:pt x="65722" y="0"/>
                    <a:pt x="125730" y="0"/>
                  </a:cubicBezTo>
                  <a:cubicBezTo>
                    <a:pt x="139065" y="0"/>
                    <a:pt x="152400" y="1905"/>
                    <a:pt x="162877" y="5715"/>
                  </a:cubicBezTo>
                  <a:lnTo>
                    <a:pt x="162877" y="58103"/>
                  </a:lnTo>
                  <a:close/>
                </a:path>
              </a:pathLst>
            </a:custGeom>
            <a:grpFill/>
            <a:ln w="9525" cap="flat">
              <a:noFill/>
              <a:prstDash val="solid"/>
              <a:miter/>
            </a:ln>
          </p:spPr>
          <p:txBody>
            <a:bodyPr rtlCol="0" anchor="ctr"/>
            <a:lstStyle/>
            <a:p>
              <a:endParaRPr lang="de-DE"/>
            </a:p>
          </p:txBody>
        </p:sp>
        <p:sp>
          <p:nvSpPr>
            <p:cNvPr id="261" name="Freihandform: Form 260"/>
            <p:cNvSpPr/>
            <p:nvPr/>
          </p:nvSpPr>
          <p:spPr>
            <a:xfrm>
              <a:off x="9785984"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7 w 165734"/>
                <a:gd name="connsiteY9" fmla="*/ 0 h 358140"/>
                <a:gd name="connsiteX10" fmla="*/ 101917 w 165734"/>
                <a:gd name="connsiteY10" fmla="*/ 86677 h 358140"/>
                <a:gd name="connsiteX11" fmla="*/ 165735 w 165734"/>
                <a:gd name="connsiteY11" fmla="*/ 86677 h 358140"/>
                <a:gd name="connsiteX12" fmla="*/ 165735 w 165734"/>
                <a:gd name="connsiteY12" fmla="*/ 138113 h 358140"/>
                <a:gd name="connsiteX13" fmla="*/ 101917 w 165734"/>
                <a:gd name="connsiteY13" fmla="*/ 138113 h 358140"/>
                <a:gd name="connsiteX14" fmla="*/ 101917 w 165734"/>
                <a:gd name="connsiteY14" fmla="*/ 269558 h 358140"/>
                <a:gd name="connsiteX15" fmla="*/ 130492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1922" y="303847"/>
                    <a:pt x="155257" y="300038"/>
                    <a:pt x="165735" y="295275"/>
                  </a:cubicBezTo>
                  <a:close/>
                </a:path>
              </a:pathLst>
            </a:custGeom>
            <a:grpFill/>
            <a:ln w="9525" cap="flat">
              <a:noFill/>
              <a:prstDash val="solid"/>
              <a:miter/>
            </a:ln>
          </p:spPr>
          <p:txBody>
            <a:bodyPr rtlCol="0" anchor="ctr"/>
            <a:lstStyle/>
            <a:p>
              <a:endParaRPr lang="de-DE"/>
            </a:p>
          </p:txBody>
        </p:sp>
      </p:gr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3193A293-12EA-44CC-B932-2161B83F6DA9}"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
        <p:nvSpPr>
          <p:cNvPr id="10" name="Textplatzhalter 6"/>
          <p:cNvSpPr>
            <a:spLocks noGrp="1"/>
          </p:cNvSpPr>
          <p:nvPr>
            <p:ph type="body" sz="quarter" idx="15" hasCustomPrompt="1"/>
          </p:nvPr>
        </p:nvSpPr>
        <p:spPr>
          <a:xfrm>
            <a:off x="711045" y="2354712"/>
            <a:ext cx="3779992" cy="218586"/>
          </a:xfrm>
        </p:spPr>
        <p:txBody>
          <a:bodyPr wrap="square">
            <a:noAutofit/>
          </a:bodyPr>
          <a:lstStyle>
            <a:lvl1pPr>
              <a:defRPr sz="1400"/>
            </a:lvl1pPr>
          </a:lstStyle>
          <a:p>
            <a:pPr lvl="0"/>
            <a:r>
              <a:rPr lang="de-DE" dirty="0"/>
              <a:t>Agendapunkt / Kapitelthema</a:t>
            </a:r>
            <a:endParaRPr lang="de-DE" dirty="0"/>
          </a:p>
        </p:txBody>
      </p:sp>
      <p:sp>
        <p:nvSpPr>
          <p:cNvPr id="11" name="Textplatzhalter 6"/>
          <p:cNvSpPr>
            <a:spLocks noGrp="1"/>
          </p:cNvSpPr>
          <p:nvPr>
            <p:ph type="body" sz="quarter" idx="16" hasCustomPrompt="1"/>
          </p:nvPr>
        </p:nvSpPr>
        <p:spPr>
          <a:xfrm>
            <a:off x="388739" y="2354712"/>
            <a:ext cx="248466" cy="218586"/>
          </a:xfrm>
        </p:spPr>
        <p:txBody>
          <a:bodyPr wrap="none" rIns="0">
            <a:noAutofit/>
          </a:bodyPr>
          <a:lstStyle>
            <a:lvl1pPr>
              <a:defRPr sz="1400" b="1">
                <a:solidFill>
                  <a:srgbClr val="C50F3C"/>
                </a:solidFill>
              </a:defRPr>
            </a:lvl1pPr>
          </a:lstStyle>
          <a:p>
            <a:pPr lvl="0"/>
            <a:r>
              <a:rPr lang="de-DE" dirty="0"/>
              <a:t>02 </a:t>
            </a:r>
            <a:endParaRPr lang="de-DE" dirty="0"/>
          </a:p>
        </p:txBody>
      </p:sp>
      <p:sp>
        <p:nvSpPr>
          <p:cNvPr id="12" name="Textplatzhalter 6"/>
          <p:cNvSpPr>
            <a:spLocks noGrp="1"/>
          </p:cNvSpPr>
          <p:nvPr>
            <p:ph type="body" sz="quarter" idx="17" hasCustomPrompt="1"/>
          </p:nvPr>
        </p:nvSpPr>
        <p:spPr>
          <a:xfrm>
            <a:off x="711045" y="4525377"/>
            <a:ext cx="3779992" cy="218586"/>
          </a:xfrm>
        </p:spPr>
        <p:txBody>
          <a:bodyPr wrap="square">
            <a:noAutofit/>
          </a:bodyPr>
          <a:lstStyle>
            <a:lvl1pPr>
              <a:defRPr sz="1400"/>
            </a:lvl1pPr>
          </a:lstStyle>
          <a:p>
            <a:pPr lvl="0"/>
            <a:r>
              <a:rPr lang="de-DE" dirty="0"/>
              <a:t>Agendapunkt / Kapitelthema</a:t>
            </a:r>
            <a:endParaRPr lang="de-DE" dirty="0"/>
          </a:p>
        </p:txBody>
      </p:sp>
      <p:sp>
        <p:nvSpPr>
          <p:cNvPr id="13" name="Textplatzhalter 6"/>
          <p:cNvSpPr>
            <a:spLocks noGrp="1"/>
          </p:cNvSpPr>
          <p:nvPr>
            <p:ph type="body" sz="quarter" idx="18" hasCustomPrompt="1"/>
          </p:nvPr>
        </p:nvSpPr>
        <p:spPr>
          <a:xfrm>
            <a:off x="388739" y="4525377"/>
            <a:ext cx="248466" cy="218586"/>
          </a:xfrm>
        </p:spPr>
        <p:txBody>
          <a:bodyPr wrap="none" rIns="0">
            <a:noAutofit/>
          </a:bodyPr>
          <a:lstStyle>
            <a:lvl1pPr>
              <a:defRPr sz="1400" b="1">
                <a:solidFill>
                  <a:srgbClr val="C50F3C"/>
                </a:solidFill>
              </a:defRPr>
            </a:lvl1pPr>
          </a:lstStyle>
          <a:p>
            <a:pPr lvl="0"/>
            <a:r>
              <a:rPr lang="de-DE" dirty="0"/>
              <a:t>05 </a:t>
            </a:r>
            <a:endParaRPr lang="de-DE" dirty="0"/>
          </a:p>
        </p:txBody>
      </p:sp>
      <p:sp>
        <p:nvSpPr>
          <p:cNvPr id="17" name="Textplatzhalter 6"/>
          <p:cNvSpPr>
            <a:spLocks noGrp="1"/>
          </p:cNvSpPr>
          <p:nvPr>
            <p:ph type="body" sz="quarter" idx="19" hasCustomPrompt="1"/>
          </p:nvPr>
        </p:nvSpPr>
        <p:spPr>
          <a:xfrm>
            <a:off x="711045" y="3078267"/>
            <a:ext cx="3779992" cy="218586"/>
          </a:xfrm>
        </p:spPr>
        <p:txBody>
          <a:bodyPr wrap="square">
            <a:noAutofit/>
          </a:bodyPr>
          <a:lstStyle>
            <a:lvl1pPr>
              <a:defRPr sz="1400"/>
            </a:lvl1pPr>
          </a:lstStyle>
          <a:p>
            <a:pPr lvl="0"/>
            <a:r>
              <a:rPr lang="de-DE" dirty="0"/>
              <a:t>Agendapunkt / Kapitelthema</a:t>
            </a:r>
            <a:endParaRPr lang="de-DE" dirty="0"/>
          </a:p>
        </p:txBody>
      </p:sp>
      <p:sp>
        <p:nvSpPr>
          <p:cNvPr id="18" name="Textplatzhalter 6"/>
          <p:cNvSpPr>
            <a:spLocks noGrp="1"/>
          </p:cNvSpPr>
          <p:nvPr>
            <p:ph type="body" sz="quarter" idx="20" hasCustomPrompt="1"/>
          </p:nvPr>
        </p:nvSpPr>
        <p:spPr>
          <a:xfrm>
            <a:off x="388739" y="3078267"/>
            <a:ext cx="248466" cy="218586"/>
          </a:xfrm>
        </p:spPr>
        <p:txBody>
          <a:bodyPr wrap="none" rIns="0">
            <a:noAutofit/>
          </a:bodyPr>
          <a:lstStyle>
            <a:lvl1pPr>
              <a:defRPr sz="1400" b="1">
                <a:solidFill>
                  <a:srgbClr val="C50F3C"/>
                </a:solidFill>
              </a:defRPr>
            </a:lvl1pPr>
          </a:lstStyle>
          <a:p>
            <a:pPr lvl="0"/>
            <a:r>
              <a:rPr lang="de-DE" dirty="0"/>
              <a:t>03 </a:t>
            </a:r>
            <a:endParaRPr lang="de-DE" dirty="0"/>
          </a:p>
        </p:txBody>
      </p:sp>
      <p:sp>
        <p:nvSpPr>
          <p:cNvPr id="20" name="Textplatzhalter 6"/>
          <p:cNvSpPr>
            <a:spLocks noGrp="1"/>
          </p:cNvSpPr>
          <p:nvPr>
            <p:ph type="body" sz="quarter" idx="21" hasCustomPrompt="1"/>
          </p:nvPr>
        </p:nvSpPr>
        <p:spPr>
          <a:xfrm>
            <a:off x="711045" y="3801822"/>
            <a:ext cx="3779992" cy="218586"/>
          </a:xfrm>
        </p:spPr>
        <p:txBody>
          <a:bodyPr wrap="square">
            <a:noAutofit/>
          </a:bodyPr>
          <a:lstStyle>
            <a:lvl1pPr>
              <a:defRPr sz="1400"/>
            </a:lvl1pPr>
          </a:lstStyle>
          <a:p>
            <a:pPr lvl="0"/>
            <a:r>
              <a:rPr lang="de-DE" dirty="0"/>
              <a:t>Agendapunkt / Kapitelthema</a:t>
            </a:r>
            <a:endParaRPr lang="de-DE" dirty="0"/>
          </a:p>
        </p:txBody>
      </p:sp>
      <p:sp>
        <p:nvSpPr>
          <p:cNvPr id="21" name="Textplatzhalter 6"/>
          <p:cNvSpPr>
            <a:spLocks noGrp="1"/>
          </p:cNvSpPr>
          <p:nvPr>
            <p:ph type="body" sz="quarter" idx="22" hasCustomPrompt="1"/>
          </p:nvPr>
        </p:nvSpPr>
        <p:spPr>
          <a:xfrm>
            <a:off x="388739" y="3801822"/>
            <a:ext cx="248466" cy="218586"/>
          </a:xfrm>
        </p:spPr>
        <p:txBody>
          <a:bodyPr wrap="none" rIns="0">
            <a:noAutofit/>
          </a:bodyPr>
          <a:lstStyle>
            <a:lvl1pPr>
              <a:defRPr sz="1400" b="1">
                <a:solidFill>
                  <a:srgbClr val="C50F3C"/>
                </a:solidFill>
              </a:defRPr>
            </a:lvl1pPr>
          </a:lstStyle>
          <a:p>
            <a:pPr lvl="0"/>
            <a:r>
              <a:rPr lang="de-DE" dirty="0"/>
              <a:t>04 </a:t>
            </a:r>
            <a:endParaRPr lang="de-DE" dirty="0"/>
          </a:p>
        </p:txBody>
      </p:sp>
      <p:sp>
        <p:nvSpPr>
          <p:cNvPr id="24" name="Textplatzhalter 6"/>
          <p:cNvSpPr>
            <a:spLocks noGrp="1"/>
          </p:cNvSpPr>
          <p:nvPr>
            <p:ph type="body" sz="quarter" idx="23" hasCustomPrompt="1"/>
          </p:nvPr>
        </p:nvSpPr>
        <p:spPr>
          <a:xfrm>
            <a:off x="711045" y="5248931"/>
            <a:ext cx="3779992" cy="218586"/>
          </a:xfrm>
        </p:spPr>
        <p:txBody>
          <a:bodyPr wrap="square">
            <a:noAutofit/>
          </a:bodyPr>
          <a:lstStyle>
            <a:lvl1pPr>
              <a:defRPr sz="1400"/>
            </a:lvl1pPr>
          </a:lstStyle>
          <a:p>
            <a:pPr lvl="0"/>
            <a:r>
              <a:rPr lang="de-DE" dirty="0"/>
              <a:t>Agendapunkt / Kapitelthema</a:t>
            </a:r>
            <a:endParaRPr lang="de-DE" dirty="0"/>
          </a:p>
        </p:txBody>
      </p:sp>
      <p:sp>
        <p:nvSpPr>
          <p:cNvPr id="25" name="Textplatzhalter 6"/>
          <p:cNvSpPr>
            <a:spLocks noGrp="1"/>
          </p:cNvSpPr>
          <p:nvPr>
            <p:ph type="body" sz="quarter" idx="24" hasCustomPrompt="1"/>
          </p:nvPr>
        </p:nvSpPr>
        <p:spPr>
          <a:xfrm>
            <a:off x="388739" y="5248931"/>
            <a:ext cx="248466" cy="218586"/>
          </a:xfrm>
        </p:spPr>
        <p:txBody>
          <a:bodyPr wrap="none" rIns="0">
            <a:noAutofit/>
          </a:bodyPr>
          <a:lstStyle>
            <a:lvl1pPr>
              <a:defRPr sz="1400" b="1">
                <a:solidFill>
                  <a:srgbClr val="C50F3C"/>
                </a:solidFill>
              </a:defRPr>
            </a:lvl1pPr>
          </a:lstStyle>
          <a:p>
            <a:pPr lvl="0"/>
            <a:r>
              <a:rPr lang="de-DE" dirty="0"/>
              <a:t>06 </a:t>
            </a:r>
            <a:endParaRPr lang="de-DE" dirty="0"/>
          </a:p>
        </p:txBody>
      </p:sp>
      <p:sp>
        <p:nvSpPr>
          <p:cNvPr id="26" name="Textplatzhalter 6"/>
          <p:cNvSpPr>
            <a:spLocks noGrp="1"/>
          </p:cNvSpPr>
          <p:nvPr>
            <p:ph type="body" sz="quarter" idx="25" hasCustomPrompt="1"/>
          </p:nvPr>
        </p:nvSpPr>
        <p:spPr>
          <a:xfrm>
            <a:off x="4977143" y="1632185"/>
            <a:ext cx="3779905" cy="218586"/>
          </a:xfrm>
        </p:spPr>
        <p:txBody>
          <a:bodyPr wrap="square">
            <a:noAutofit/>
          </a:bodyPr>
          <a:lstStyle>
            <a:lvl1pPr>
              <a:defRPr sz="1400"/>
            </a:lvl1pPr>
          </a:lstStyle>
          <a:p>
            <a:pPr lvl="0"/>
            <a:r>
              <a:rPr lang="de-DE"/>
              <a:t>Agendapunkt / Kapitelthema</a:t>
            </a:r>
            <a:endParaRPr lang="de-DE" dirty="0"/>
          </a:p>
        </p:txBody>
      </p:sp>
      <p:sp>
        <p:nvSpPr>
          <p:cNvPr id="27" name="Textplatzhalter 6"/>
          <p:cNvSpPr>
            <a:spLocks noGrp="1"/>
          </p:cNvSpPr>
          <p:nvPr>
            <p:ph type="body" sz="quarter" idx="26" hasCustomPrompt="1"/>
          </p:nvPr>
        </p:nvSpPr>
        <p:spPr>
          <a:xfrm>
            <a:off x="4654749" y="1632185"/>
            <a:ext cx="248466" cy="218586"/>
          </a:xfrm>
        </p:spPr>
        <p:txBody>
          <a:bodyPr wrap="none" rIns="0">
            <a:noAutofit/>
          </a:bodyPr>
          <a:lstStyle>
            <a:lvl1pPr>
              <a:defRPr sz="1400" b="1">
                <a:solidFill>
                  <a:srgbClr val="C50F3C"/>
                </a:solidFill>
              </a:defRPr>
            </a:lvl1pPr>
          </a:lstStyle>
          <a:p>
            <a:pPr lvl="0"/>
            <a:r>
              <a:rPr lang="de-DE" dirty="0"/>
              <a:t>07 </a:t>
            </a:r>
            <a:endParaRPr lang="de-DE" dirty="0"/>
          </a:p>
        </p:txBody>
      </p:sp>
      <p:sp>
        <p:nvSpPr>
          <p:cNvPr id="28" name="Textplatzhalter 6"/>
          <p:cNvSpPr>
            <a:spLocks noGrp="1"/>
          </p:cNvSpPr>
          <p:nvPr>
            <p:ph type="body" sz="quarter" idx="27" hasCustomPrompt="1"/>
          </p:nvPr>
        </p:nvSpPr>
        <p:spPr>
          <a:xfrm>
            <a:off x="4977143" y="2355534"/>
            <a:ext cx="3779905" cy="218586"/>
          </a:xfrm>
        </p:spPr>
        <p:txBody>
          <a:bodyPr wrap="square">
            <a:noAutofit/>
          </a:bodyPr>
          <a:lstStyle>
            <a:lvl1pPr>
              <a:defRPr sz="1400"/>
            </a:lvl1pPr>
          </a:lstStyle>
          <a:p>
            <a:pPr lvl="0"/>
            <a:r>
              <a:rPr lang="de-DE"/>
              <a:t>Agendapunkt / Kapitelthema</a:t>
            </a:r>
            <a:endParaRPr lang="de-DE" dirty="0"/>
          </a:p>
        </p:txBody>
      </p:sp>
      <p:sp>
        <p:nvSpPr>
          <p:cNvPr id="29" name="Textplatzhalter 6"/>
          <p:cNvSpPr>
            <a:spLocks noGrp="1"/>
          </p:cNvSpPr>
          <p:nvPr>
            <p:ph type="body" sz="quarter" idx="28" hasCustomPrompt="1"/>
          </p:nvPr>
        </p:nvSpPr>
        <p:spPr>
          <a:xfrm>
            <a:off x="4654749" y="2355534"/>
            <a:ext cx="248466" cy="218586"/>
          </a:xfrm>
        </p:spPr>
        <p:txBody>
          <a:bodyPr wrap="none" rIns="0">
            <a:noAutofit/>
          </a:bodyPr>
          <a:lstStyle>
            <a:lvl1pPr>
              <a:defRPr sz="1400" b="1">
                <a:solidFill>
                  <a:srgbClr val="C50F3C"/>
                </a:solidFill>
              </a:defRPr>
            </a:lvl1pPr>
          </a:lstStyle>
          <a:p>
            <a:pPr lvl="0"/>
            <a:r>
              <a:rPr lang="de-DE" dirty="0"/>
              <a:t>08 </a:t>
            </a:r>
            <a:endParaRPr lang="de-DE" dirty="0"/>
          </a:p>
        </p:txBody>
      </p:sp>
      <p:sp>
        <p:nvSpPr>
          <p:cNvPr id="30" name="Textplatzhalter 6"/>
          <p:cNvSpPr>
            <a:spLocks noGrp="1"/>
          </p:cNvSpPr>
          <p:nvPr>
            <p:ph type="body" sz="quarter" idx="29" hasCustomPrompt="1"/>
          </p:nvPr>
        </p:nvSpPr>
        <p:spPr>
          <a:xfrm>
            <a:off x="4977143" y="4525581"/>
            <a:ext cx="3779905" cy="218586"/>
          </a:xfrm>
        </p:spPr>
        <p:txBody>
          <a:bodyPr wrap="square">
            <a:noAutofit/>
          </a:bodyPr>
          <a:lstStyle>
            <a:lvl1pPr>
              <a:defRPr sz="1400"/>
            </a:lvl1pPr>
          </a:lstStyle>
          <a:p>
            <a:pPr lvl="0"/>
            <a:r>
              <a:rPr lang="de-DE"/>
              <a:t>Agendapunkt / Kapitelthema</a:t>
            </a:r>
            <a:endParaRPr lang="de-DE" dirty="0"/>
          </a:p>
        </p:txBody>
      </p:sp>
      <p:sp>
        <p:nvSpPr>
          <p:cNvPr id="31" name="Textplatzhalter 6"/>
          <p:cNvSpPr>
            <a:spLocks noGrp="1"/>
          </p:cNvSpPr>
          <p:nvPr>
            <p:ph type="body" sz="quarter" idx="30" hasCustomPrompt="1"/>
          </p:nvPr>
        </p:nvSpPr>
        <p:spPr>
          <a:xfrm>
            <a:off x="4654749" y="4525581"/>
            <a:ext cx="238591" cy="218586"/>
          </a:xfrm>
        </p:spPr>
        <p:txBody>
          <a:bodyPr wrap="none" rIns="0">
            <a:noAutofit/>
          </a:bodyPr>
          <a:lstStyle>
            <a:lvl1pPr>
              <a:defRPr sz="1400" b="1">
                <a:solidFill>
                  <a:srgbClr val="C50F3C"/>
                </a:solidFill>
              </a:defRPr>
            </a:lvl1pPr>
          </a:lstStyle>
          <a:p>
            <a:pPr lvl="0"/>
            <a:r>
              <a:rPr lang="de-DE" dirty="0"/>
              <a:t>11 </a:t>
            </a:r>
            <a:endParaRPr lang="de-DE" dirty="0"/>
          </a:p>
        </p:txBody>
      </p:sp>
      <p:sp>
        <p:nvSpPr>
          <p:cNvPr id="32" name="Textplatzhalter 6"/>
          <p:cNvSpPr>
            <a:spLocks noGrp="1"/>
          </p:cNvSpPr>
          <p:nvPr>
            <p:ph type="body" sz="quarter" idx="31" hasCustomPrompt="1"/>
          </p:nvPr>
        </p:nvSpPr>
        <p:spPr>
          <a:xfrm>
            <a:off x="4977143" y="3078883"/>
            <a:ext cx="3779905" cy="218586"/>
          </a:xfrm>
        </p:spPr>
        <p:txBody>
          <a:bodyPr wrap="square">
            <a:noAutofit/>
          </a:bodyPr>
          <a:lstStyle>
            <a:lvl1pPr>
              <a:defRPr sz="1400"/>
            </a:lvl1pPr>
          </a:lstStyle>
          <a:p>
            <a:pPr lvl="0"/>
            <a:r>
              <a:rPr lang="de-DE"/>
              <a:t>Agendapunkt / Kapitelthema</a:t>
            </a:r>
            <a:endParaRPr lang="de-DE" dirty="0"/>
          </a:p>
        </p:txBody>
      </p:sp>
      <p:sp>
        <p:nvSpPr>
          <p:cNvPr id="33" name="Textplatzhalter 6"/>
          <p:cNvSpPr>
            <a:spLocks noGrp="1"/>
          </p:cNvSpPr>
          <p:nvPr>
            <p:ph type="body" sz="quarter" idx="32" hasCustomPrompt="1"/>
          </p:nvPr>
        </p:nvSpPr>
        <p:spPr>
          <a:xfrm>
            <a:off x="4654749" y="3078883"/>
            <a:ext cx="248466" cy="218586"/>
          </a:xfrm>
        </p:spPr>
        <p:txBody>
          <a:bodyPr wrap="none" rIns="0">
            <a:noAutofit/>
          </a:bodyPr>
          <a:lstStyle>
            <a:lvl1pPr>
              <a:defRPr sz="1400" b="1">
                <a:solidFill>
                  <a:srgbClr val="C50F3C"/>
                </a:solidFill>
              </a:defRPr>
            </a:lvl1pPr>
          </a:lstStyle>
          <a:p>
            <a:pPr lvl="0"/>
            <a:r>
              <a:rPr lang="de-DE" dirty="0"/>
              <a:t>09 </a:t>
            </a:r>
            <a:endParaRPr lang="de-DE" dirty="0"/>
          </a:p>
        </p:txBody>
      </p:sp>
      <p:sp>
        <p:nvSpPr>
          <p:cNvPr id="34" name="Textplatzhalter 6"/>
          <p:cNvSpPr>
            <a:spLocks noGrp="1"/>
          </p:cNvSpPr>
          <p:nvPr>
            <p:ph type="body" sz="quarter" idx="33" hasCustomPrompt="1"/>
          </p:nvPr>
        </p:nvSpPr>
        <p:spPr>
          <a:xfrm>
            <a:off x="4977143" y="3802232"/>
            <a:ext cx="3779905" cy="218586"/>
          </a:xfrm>
        </p:spPr>
        <p:txBody>
          <a:bodyPr wrap="square">
            <a:noAutofit/>
          </a:bodyPr>
          <a:lstStyle>
            <a:lvl1pPr>
              <a:defRPr sz="1400"/>
            </a:lvl1pPr>
          </a:lstStyle>
          <a:p>
            <a:pPr lvl="0"/>
            <a:r>
              <a:rPr lang="de-DE"/>
              <a:t>Agendapunkt / Kapitelthema</a:t>
            </a:r>
            <a:endParaRPr lang="de-DE" dirty="0"/>
          </a:p>
        </p:txBody>
      </p:sp>
      <p:sp>
        <p:nvSpPr>
          <p:cNvPr id="35" name="Textplatzhalter 6"/>
          <p:cNvSpPr>
            <a:spLocks noGrp="1"/>
          </p:cNvSpPr>
          <p:nvPr>
            <p:ph type="body" sz="quarter" idx="34" hasCustomPrompt="1"/>
          </p:nvPr>
        </p:nvSpPr>
        <p:spPr>
          <a:xfrm>
            <a:off x="4654749" y="3802232"/>
            <a:ext cx="248466" cy="218586"/>
          </a:xfrm>
        </p:spPr>
        <p:txBody>
          <a:bodyPr wrap="none" rIns="0">
            <a:noAutofit/>
          </a:bodyPr>
          <a:lstStyle>
            <a:lvl1pPr>
              <a:defRPr sz="1400" b="1">
                <a:solidFill>
                  <a:srgbClr val="C50F3C"/>
                </a:solidFill>
              </a:defRPr>
            </a:lvl1pPr>
          </a:lstStyle>
          <a:p>
            <a:pPr lvl="0"/>
            <a:r>
              <a:rPr lang="de-DE" dirty="0"/>
              <a:t>10 </a:t>
            </a:r>
            <a:endParaRPr lang="de-DE" dirty="0"/>
          </a:p>
        </p:txBody>
      </p:sp>
      <p:sp>
        <p:nvSpPr>
          <p:cNvPr id="36" name="Textplatzhalter 6"/>
          <p:cNvSpPr>
            <a:spLocks noGrp="1"/>
          </p:cNvSpPr>
          <p:nvPr>
            <p:ph type="body" sz="quarter" idx="35" hasCustomPrompt="1"/>
          </p:nvPr>
        </p:nvSpPr>
        <p:spPr>
          <a:xfrm>
            <a:off x="4977143" y="5248931"/>
            <a:ext cx="3779905" cy="218586"/>
          </a:xfrm>
        </p:spPr>
        <p:txBody>
          <a:bodyPr wrap="square">
            <a:noAutofit/>
          </a:bodyPr>
          <a:lstStyle>
            <a:lvl1pPr>
              <a:defRPr sz="1400"/>
            </a:lvl1pPr>
          </a:lstStyle>
          <a:p>
            <a:pPr lvl="0"/>
            <a:r>
              <a:rPr lang="de-DE"/>
              <a:t>Agendapunkt / Kapitelthema</a:t>
            </a:r>
            <a:endParaRPr lang="de-DE" dirty="0"/>
          </a:p>
        </p:txBody>
      </p:sp>
      <p:sp>
        <p:nvSpPr>
          <p:cNvPr id="37" name="Textplatzhalter 6"/>
          <p:cNvSpPr>
            <a:spLocks noGrp="1"/>
          </p:cNvSpPr>
          <p:nvPr>
            <p:ph type="body" sz="quarter" idx="36" hasCustomPrompt="1"/>
          </p:nvPr>
        </p:nvSpPr>
        <p:spPr>
          <a:xfrm>
            <a:off x="4654749" y="5248931"/>
            <a:ext cx="248466" cy="218586"/>
          </a:xfrm>
        </p:spPr>
        <p:txBody>
          <a:bodyPr wrap="none" rIns="0">
            <a:noAutofit/>
          </a:bodyPr>
          <a:lstStyle>
            <a:lvl1pPr>
              <a:defRPr sz="1400" b="1">
                <a:solidFill>
                  <a:srgbClr val="C50F3C"/>
                </a:solidFill>
              </a:defRPr>
            </a:lvl1pPr>
          </a:lstStyle>
          <a:p>
            <a:pPr lvl="0"/>
            <a:r>
              <a:rPr lang="de-DE" dirty="0"/>
              <a:t>12 </a:t>
            </a:r>
            <a:endParaRPr lang="de-DE" dirty="0"/>
          </a:p>
        </p:txBody>
      </p:sp>
      <p:sp>
        <p:nvSpPr>
          <p:cNvPr id="38"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
        <p:nvSpPr>
          <p:cNvPr id="39" name="Textplatzhalter 6"/>
          <p:cNvSpPr>
            <a:spLocks noGrp="1"/>
          </p:cNvSpPr>
          <p:nvPr>
            <p:ph type="body" sz="quarter" idx="13" hasCustomPrompt="1"/>
          </p:nvPr>
        </p:nvSpPr>
        <p:spPr>
          <a:xfrm>
            <a:off x="711045" y="1631156"/>
            <a:ext cx="3779992" cy="218586"/>
          </a:xfrm>
        </p:spPr>
        <p:txBody>
          <a:bodyPr wrap="square">
            <a:noAutofit/>
          </a:bodyPr>
          <a:lstStyle>
            <a:lvl1pPr>
              <a:defRPr sz="1400"/>
            </a:lvl1pPr>
          </a:lstStyle>
          <a:p>
            <a:pPr lvl="0"/>
            <a:r>
              <a:rPr lang="de-DE" dirty="0"/>
              <a:t>Agendapunkt / Kapitelthema</a:t>
            </a:r>
            <a:endParaRPr lang="de-DE" dirty="0"/>
          </a:p>
        </p:txBody>
      </p:sp>
      <p:sp>
        <p:nvSpPr>
          <p:cNvPr id="40" name="Textplatzhalter 6"/>
          <p:cNvSpPr>
            <a:spLocks noGrp="1"/>
          </p:cNvSpPr>
          <p:nvPr>
            <p:ph type="body" sz="quarter" idx="14" hasCustomPrompt="1"/>
          </p:nvPr>
        </p:nvSpPr>
        <p:spPr>
          <a:xfrm>
            <a:off x="388739" y="1631156"/>
            <a:ext cx="248466" cy="218586"/>
          </a:xfrm>
        </p:spPr>
        <p:txBody>
          <a:bodyPr wrap="none" rIns="0">
            <a:noAutofit/>
          </a:bodyPr>
          <a:lstStyle>
            <a:lvl1pPr>
              <a:defRPr sz="1400" b="1">
                <a:solidFill>
                  <a:srgbClr val="C50F3C"/>
                </a:solidFill>
              </a:defRPr>
            </a:lvl1pPr>
          </a:lstStyle>
          <a:p>
            <a:pPr lvl="0"/>
            <a:r>
              <a:rPr lang="de-DE" dirty="0"/>
              <a:t>01 </a:t>
            </a:r>
            <a:endParaRPr lang="de-DE" dirty="0"/>
          </a:p>
        </p:txBody>
      </p:sp>
      <p:sp>
        <p:nvSpPr>
          <p:cNvPr id="7" name="Bildplatzhalter 6"/>
          <p:cNvSpPr>
            <a:spLocks noGrp="1"/>
          </p:cNvSpPr>
          <p:nvPr>
            <p:ph type="pic" sz="quarter" idx="38" hasCustomPrompt="1"/>
          </p:nvPr>
        </p:nvSpPr>
        <p:spPr>
          <a:xfrm>
            <a:off x="632932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2" name="Titel 1"/>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mit Bi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5B65F7C8-BAB2-48BC-B228-A6D1086D7370}"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
        <p:nvSpPr>
          <p:cNvPr id="39" name="Bildplatzhalter 8"/>
          <p:cNvSpPr>
            <a:spLocks noGrp="1"/>
          </p:cNvSpPr>
          <p:nvPr>
            <p:ph type="pic" sz="quarter" idx="25" hasCustomPrompt="1"/>
          </p:nvPr>
        </p:nvSpPr>
        <p:spPr>
          <a:xfrm>
            <a:off x="4654747" y="1631156"/>
            <a:ext cx="4102299" cy="3951164"/>
          </a:xfrm>
          <a:solidFill>
            <a:schemeClr val="bg1">
              <a:lumMod val="95000"/>
            </a:schemeClr>
          </a:solidFill>
        </p:spPr>
        <p:txBody>
          <a:bodyPr/>
          <a:lstStyle/>
          <a:p>
            <a:r>
              <a:rPr lang="de-DE"/>
              <a:t> </a:t>
            </a:r>
            <a:endParaRPr lang="de-DE"/>
          </a:p>
        </p:txBody>
      </p:sp>
      <p:sp>
        <p:nvSpPr>
          <p:cNvPr id="40" name="Textplatzhalter 10"/>
          <p:cNvSpPr>
            <a:spLocks noGrp="1"/>
          </p:cNvSpPr>
          <p:nvPr>
            <p:ph type="body" sz="quarter" idx="26" hasCustomPrompt="1"/>
          </p:nvPr>
        </p:nvSpPr>
        <p:spPr>
          <a:xfrm>
            <a:off x="4654747" y="5690271"/>
            <a:ext cx="4102299" cy="511084"/>
          </a:xfrm>
        </p:spPr>
        <p:txBody>
          <a:bodyPr wrap="square">
            <a:noAutofit/>
          </a:bodyPr>
          <a:lstStyle>
            <a:lvl1pPr>
              <a:lnSpc>
                <a:spcPct val="110000"/>
              </a:lnSpc>
              <a:spcAft>
                <a:spcPts val="0"/>
              </a:spcAft>
              <a:defRPr sz="1200"/>
            </a:lvl1pPr>
          </a:lstStyle>
          <a:p>
            <a:pPr lvl="0"/>
            <a:r>
              <a:rPr lang="de-DE" dirty="0"/>
              <a:t>Mastertextformat bearbeiten</a:t>
            </a:r>
            <a:endParaRPr lang="de-DE" dirty="0"/>
          </a:p>
        </p:txBody>
      </p:sp>
      <p:sp>
        <p:nvSpPr>
          <p:cNvPr id="23" name="Textplatzhalter 6"/>
          <p:cNvSpPr>
            <a:spLocks noGrp="1"/>
          </p:cNvSpPr>
          <p:nvPr>
            <p:ph type="body" sz="quarter" idx="15" hasCustomPrompt="1"/>
          </p:nvPr>
        </p:nvSpPr>
        <p:spPr>
          <a:xfrm>
            <a:off x="711045" y="2354712"/>
            <a:ext cx="3779992" cy="218586"/>
          </a:xfrm>
        </p:spPr>
        <p:txBody>
          <a:bodyPr wrap="square">
            <a:noAutofit/>
          </a:bodyPr>
          <a:lstStyle>
            <a:lvl1pPr>
              <a:defRPr sz="1400"/>
            </a:lvl1pPr>
          </a:lstStyle>
          <a:p>
            <a:pPr lvl="0"/>
            <a:r>
              <a:rPr lang="de-DE" dirty="0"/>
              <a:t>Agendapunkt / Kapitelthema</a:t>
            </a:r>
            <a:endParaRPr lang="de-DE" dirty="0"/>
          </a:p>
        </p:txBody>
      </p:sp>
      <p:sp>
        <p:nvSpPr>
          <p:cNvPr id="26" name="Textplatzhalter 6"/>
          <p:cNvSpPr>
            <a:spLocks noGrp="1"/>
          </p:cNvSpPr>
          <p:nvPr>
            <p:ph type="body" sz="quarter" idx="16" hasCustomPrompt="1"/>
          </p:nvPr>
        </p:nvSpPr>
        <p:spPr>
          <a:xfrm>
            <a:off x="388739" y="2354712"/>
            <a:ext cx="248466" cy="218586"/>
          </a:xfrm>
        </p:spPr>
        <p:txBody>
          <a:bodyPr wrap="none" rIns="0">
            <a:noAutofit/>
          </a:bodyPr>
          <a:lstStyle>
            <a:lvl1pPr>
              <a:defRPr sz="1400" b="1">
                <a:solidFill>
                  <a:srgbClr val="C50F3C"/>
                </a:solidFill>
              </a:defRPr>
            </a:lvl1pPr>
          </a:lstStyle>
          <a:p>
            <a:pPr lvl="0"/>
            <a:r>
              <a:rPr lang="de-DE" dirty="0"/>
              <a:t>02 </a:t>
            </a:r>
            <a:endParaRPr lang="de-DE" dirty="0"/>
          </a:p>
        </p:txBody>
      </p:sp>
      <p:sp>
        <p:nvSpPr>
          <p:cNvPr id="27" name="Textplatzhalter 6"/>
          <p:cNvSpPr>
            <a:spLocks noGrp="1"/>
          </p:cNvSpPr>
          <p:nvPr>
            <p:ph type="body" sz="quarter" idx="17" hasCustomPrompt="1"/>
          </p:nvPr>
        </p:nvSpPr>
        <p:spPr>
          <a:xfrm>
            <a:off x="711045" y="4525377"/>
            <a:ext cx="3779992" cy="218586"/>
          </a:xfrm>
        </p:spPr>
        <p:txBody>
          <a:bodyPr wrap="square">
            <a:noAutofit/>
          </a:bodyPr>
          <a:lstStyle>
            <a:lvl1pPr>
              <a:defRPr sz="1400"/>
            </a:lvl1pPr>
          </a:lstStyle>
          <a:p>
            <a:pPr lvl="0"/>
            <a:r>
              <a:rPr lang="de-DE" dirty="0"/>
              <a:t>Agendapunkt / Kapitelthema</a:t>
            </a:r>
            <a:endParaRPr lang="de-DE" dirty="0"/>
          </a:p>
        </p:txBody>
      </p:sp>
      <p:sp>
        <p:nvSpPr>
          <p:cNvPr id="28" name="Textplatzhalter 6"/>
          <p:cNvSpPr>
            <a:spLocks noGrp="1"/>
          </p:cNvSpPr>
          <p:nvPr>
            <p:ph type="body" sz="quarter" idx="18" hasCustomPrompt="1"/>
          </p:nvPr>
        </p:nvSpPr>
        <p:spPr>
          <a:xfrm>
            <a:off x="388739" y="4525377"/>
            <a:ext cx="248466" cy="218586"/>
          </a:xfrm>
        </p:spPr>
        <p:txBody>
          <a:bodyPr wrap="none" rIns="0">
            <a:noAutofit/>
          </a:bodyPr>
          <a:lstStyle>
            <a:lvl1pPr>
              <a:defRPr sz="1400" b="1">
                <a:solidFill>
                  <a:srgbClr val="C50F3C"/>
                </a:solidFill>
              </a:defRPr>
            </a:lvl1pPr>
          </a:lstStyle>
          <a:p>
            <a:pPr lvl="0"/>
            <a:r>
              <a:rPr lang="de-DE" dirty="0"/>
              <a:t>05 </a:t>
            </a:r>
            <a:endParaRPr lang="de-DE" dirty="0"/>
          </a:p>
        </p:txBody>
      </p:sp>
      <p:sp>
        <p:nvSpPr>
          <p:cNvPr id="29" name="Textplatzhalter 6"/>
          <p:cNvSpPr>
            <a:spLocks noGrp="1"/>
          </p:cNvSpPr>
          <p:nvPr>
            <p:ph type="body" sz="quarter" idx="19" hasCustomPrompt="1"/>
          </p:nvPr>
        </p:nvSpPr>
        <p:spPr>
          <a:xfrm>
            <a:off x="711045" y="3078267"/>
            <a:ext cx="3779992" cy="218586"/>
          </a:xfrm>
        </p:spPr>
        <p:txBody>
          <a:bodyPr wrap="square">
            <a:noAutofit/>
          </a:bodyPr>
          <a:lstStyle>
            <a:lvl1pPr>
              <a:defRPr sz="1400"/>
            </a:lvl1pPr>
          </a:lstStyle>
          <a:p>
            <a:pPr lvl="0"/>
            <a:r>
              <a:rPr lang="de-DE" dirty="0"/>
              <a:t>Agendapunkt / Kapitelthema</a:t>
            </a:r>
            <a:endParaRPr lang="de-DE" dirty="0"/>
          </a:p>
        </p:txBody>
      </p:sp>
      <p:sp>
        <p:nvSpPr>
          <p:cNvPr id="30" name="Textplatzhalter 6"/>
          <p:cNvSpPr>
            <a:spLocks noGrp="1"/>
          </p:cNvSpPr>
          <p:nvPr>
            <p:ph type="body" sz="quarter" idx="20" hasCustomPrompt="1"/>
          </p:nvPr>
        </p:nvSpPr>
        <p:spPr>
          <a:xfrm>
            <a:off x="388739" y="3078267"/>
            <a:ext cx="248466" cy="218586"/>
          </a:xfrm>
        </p:spPr>
        <p:txBody>
          <a:bodyPr wrap="none" rIns="0">
            <a:noAutofit/>
          </a:bodyPr>
          <a:lstStyle>
            <a:lvl1pPr>
              <a:defRPr sz="1400" b="1">
                <a:solidFill>
                  <a:srgbClr val="C50F3C"/>
                </a:solidFill>
              </a:defRPr>
            </a:lvl1pPr>
          </a:lstStyle>
          <a:p>
            <a:pPr lvl="0"/>
            <a:r>
              <a:rPr lang="de-DE" dirty="0"/>
              <a:t>03 </a:t>
            </a:r>
            <a:endParaRPr lang="de-DE" dirty="0"/>
          </a:p>
        </p:txBody>
      </p:sp>
      <p:sp>
        <p:nvSpPr>
          <p:cNvPr id="31" name="Textplatzhalter 6"/>
          <p:cNvSpPr>
            <a:spLocks noGrp="1"/>
          </p:cNvSpPr>
          <p:nvPr>
            <p:ph type="body" sz="quarter" idx="21" hasCustomPrompt="1"/>
          </p:nvPr>
        </p:nvSpPr>
        <p:spPr>
          <a:xfrm>
            <a:off x="711045" y="3801822"/>
            <a:ext cx="3779992" cy="218586"/>
          </a:xfrm>
        </p:spPr>
        <p:txBody>
          <a:bodyPr wrap="square">
            <a:noAutofit/>
          </a:bodyPr>
          <a:lstStyle>
            <a:lvl1pPr>
              <a:defRPr sz="1400"/>
            </a:lvl1pPr>
          </a:lstStyle>
          <a:p>
            <a:pPr lvl="0"/>
            <a:r>
              <a:rPr lang="de-DE" dirty="0"/>
              <a:t>Agendapunkt / Kapitelthema</a:t>
            </a:r>
            <a:endParaRPr lang="de-DE" dirty="0"/>
          </a:p>
        </p:txBody>
      </p:sp>
      <p:sp>
        <p:nvSpPr>
          <p:cNvPr id="32" name="Textplatzhalter 6"/>
          <p:cNvSpPr>
            <a:spLocks noGrp="1"/>
          </p:cNvSpPr>
          <p:nvPr>
            <p:ph type="body" sz="quarter" idx="22" hasCustomPrompt="1"/>
          </p:nvPr>
        </p:nvSpPr>
        <p:spPr>
          <a:xfrm>
            <a:off x="388739" y="3801822"/>
            <a:ext cx="248466" cy="218586"/>
          </a:xfrm>
        </p:spPr>
        <p:txBody>
          <a:bodyPr wrap="none" rIns="0">
            <a:noAutofit/>
          </a:bodyPr>
          <a:lstStyle>
            <a:lvl1pPr>
              <a:defRPr sz="1400" b="1">
                <a:solidFill>
                  <a:srgbClr val="C50F3C"/>
                </a:solidFill>
              </a:defRPr>
            </a:lvl1pPr>
          </a:lstStyle>
          <a:p>
            <a:pPr lvl="0"/>
            <a:r>
              <a:rPr lang="de-DE" dirty="0"/>
              <a:t>04 </a:t>
            </a:r>
            <a:endParaRPr lang="de-DE" dirty="0"/>
          </a:p>
        </p:txBody>
      </p:sp>
      <p:sp>
        <p:nvSpPr>
          <p:cNvPr id="33" name="Textplatzhalter 6"/>
          <p:cNvSpPr>
            <a:spLocks noGrp="1"/>
          </p:cNvSpPr>
          <p:nvPr>
            <p:ph type="body" sz="quarter" idx="23" hasCustomPrompt="1"/>
          </p:nvPr>
        </p:nvSpPr>
        <p:spPr>
          <a:xfrm>
            <a:off x="711045" y="5248931"/>
            <a:ext cx="3779992" cy="218586"/>
          </a:xfrm>
        </p:spPr>
        <p:txBody>
          <a:bodyPr wrap="square">
            <a:noAutofit/>
          </a:bodyPr>
          <a:lstStyle>
            <a:lvl1pPr>
              <a:defRPr sz="1400"/>
            </a:lvl1pPr>
          </a:lstStyle>
          <a:p>
            <a:pPr lvl="0"/>
            <a:r>
              <a:rPr lang="de-DE" dirty="0"/>
              <a:t>Agendapunkt / Kapitelthema</a:t>
            </a:r>
            <a:endParaRPr lang="de-DE" dirty="0"/>
          </a:p>
        </p:txBody>
      </p:sp>
      <p:sp>
        <p:nvSpPr>
          <p:cNvPr id="34" name="Textplatzhalter 6"/>
          <p:cNvSpPr>
            <a:spLocks noGrp="1"/>
          </p:cNvSpPr>
          <p:nvPr>
            <p:ph type="body" sz="quarter" idx="24" hasCustomPrompt="1"/>
          </p:nvPr>
        </p:nvSpPr>
        <p:spPr>
          <a:xfrm>
            <a:off x="388739" y="5248931"/>
            <a:ext cx="248466" cy="218586"/>
          </a:xfrm>
        </p:spPr>
        <p:txBody>
          <a:bodyPr wrap="none" rIns="0">
            <a:noAutofit/>
          </a:bodyPr>
          <a:lstStyle>
            <a:lvl1pPr>
              <a:defRPr sz="1400" b="1">
                <a:solidFill>
                  <a:srgbClr val="C50F3C"/>
                </a:solidFill>
              </a:defRPr>
            </a:lvl1pPr>
          </a:lstStyle>
          <a:p>
            <a:pPr lvl="0"/>
            <a:r>
              <a:rPr lang="de-DE" dirty="0"/>
              <a:t>06 </a:t>
            </a:r>
            <a:endParaRPr lang="de-DE" dirty="0"/>
          </a:p>
        </p:txBody>
      </p:sp>
      <p:sp>
        <p:nvSpPr>
          <p:cNvPr id="35" name="Textplatzhalter 6"/>
          <p:cNvSpPr>
            <a:spLocks noGrp="1"/>
          </p:cNvSpPr>
          <p:nvPr>
            <p:ph type="body" sz="quarter" idx="13" hasCustomPrompt="1"/>
          </p:nvPr>
        </p:nvSpPr>
        <p:spPr>
          <a:xfrm>
            <a:off x="711045" y="1631156"/>
            <a:ext cx="3779992" cy="218586"/>
          </a:xfrm>
        </p:spPr>
        <p:txBody>
          <a:bodyPr wrap="square">
            <a:noAutofit/>
          </a:bodyPr>
          <a:lstStyle>
            <a:lvl1pPr>
              <a:defRPr sz="1400"/>
            </a:lvl1pPr>
          </a:lstStyle>
          <a:p>
            <a:pPr lvl="0"/>
            <a:r>
              <a:rPr lang="de-DE" dirty="0"/>
              <a:t>Agendapunkt / Kapitelthema</a:t>
            </a:r>
            <a:endParaRPr lang="de-DE" dirty="0"/>
          </a:p>
        </p:txBody>
      </p:sp>
      <p:sp>
        <p:nvSpPr>
          <p:cNvPr id="36" name="Textplatzhalter 6"/>
          <p:cNvSpPr>
            <a:spLocks noGrp="1"/>
          </p:cNvSpPr>
          <p:nvPr>
            <p:ph type="body" sz="quarter" idx="14" hasCustomPrompt="1"/>
          </p:nvPr>
        </p:nvSpPr>
        <p:spPr>
          <a:xfrm>
            <a:off x="388739" y="1631156"/>
            <a:ext cx="248466" cy="218586"/>
          </a:xfrm>
        </p:spPr>
        <p:txBody>
          <a:bodyPr wrap="none" rIns="0">
            <a:noAutofit/>
          </a:bodyPr>
          <a:lstStyle>
            <a:lvl1pPr>
              <a:defRPr sz="1400" b="1">
                <a:solidFill>
                  <a:srgbClr val="C50F3C"/>
                </a:solidFill>
              </a:defRPr>
            </a:lvl1pPr>
          </a:lstStyle>
          <a:p>
            <a:pPr lvl="0"/>
            <a:r>
              <a:rPr lang="de-DE" dirty="0"/>
              <a:t>01 </a:t>
            </a:r>
            <a:endParaRPr lang="de-DE" dirty="0"/>
          </a:p>
        </p:txBody>
      </p:sp>
      <p:sp>
        <p:nvSpPr>
          <p:cNvPr id="21"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37"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
        <p:nvSpPr>
          <p:cNvPr id="6" name="Titel 5"/>
          <p:cNvSpPr>
            <a:spLocks noGrp="1"/>
          </p:cNvSpPr>
          <p:nvPr>
            <p:ph type="title" hasCustomPrompt="1"/>
          </p:nvPr>
        </p:nvSpPr>
        <p:spPr/>
        <p:txBody>
          <a:bodyPr/>
          <a:lstStyle>
            <a:lvl1pPr>
              <a:defRPr>
                <a:solidFill>
                  <a:srgbClr val="041E42"/>
                </a:solidFill>
              </a:defRPr>
            </a:lvl1pPr>
          </a:lstStyle>
          <a:p>
            <a:r>
              <a:rPr lang="de-DE"/>
              <a:t>Mastertitelformat bearbeiten</a:t>
            </a: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Kapiteltrenner">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88739" y="3013502"/>
            <a:ext cx="8368307" cy="830997"/>
          </a:xfrm>
        </p:spPr>
        <p:txBody>
          <a:bodyPr anchor="ctr" anchorCtr="0"/>
          <a:lstStyle>
            <a:lvl1pPr>
              <a:defRPr sz="3000">
                <a:solidFill>
                  <a:schemeClr val="tx1"/>
                </a:solidFill>
                <a:latin typeface="+mj-lt"/>
              </a:defRPr>
            </a:lvl1pPr>
          </a:lstStyle>
          <a:p>
            <a:r>
              <a:rPr lang="de-DE" dirty="0"/>
              <a:t>Kapiteltrenner</a:t>
            </a:r>
            <a:br>
              <a:rPr lang="de-DE" dirty="0"/>
            </a:br>
            <a:r>
              <a:rPr lang="de-DE" dirty="0"/>
              <a:t>Mehrzeilig möglich</a:t>
            </a:r>
            <a:endParaRPr lang="de-DE" dirty="0"/>
          </a:p>
        </p:txBody>
      </p:sp>
      <p:sp>
        <p:nvSpPr>
          <p:cNvPr id="3" name="Datumsplatzhalter 2"/>
          <p:cNvSpPr>
            <a:spLocks noGrp="1"/>
          </p:cNvSpPr>
          <p:nvPr>
            <p:ph type="dt" sz="half" idx="10"/>
          </p:nvPr>
        </p:nvSpPr>
        <p:spPr>
          <a:xfrm>
            <a:off x="7930836" y="6634667"/>
            <a:ext cx="519373" cy="107722"/>
          </a:xfrm>
        </p:spPr>
        <p:txBody>
          <a:bodyPr/>
          <a:lstStyle>
            <a:lvl1pPr>
              <a:defRPr>
                <a:solidFill>
                  <a:schemeClr val="tx1"/>
                </a:solidFill>
                <a:latin typeface="+mn-lt"/>
              </a:defRPr>
            </a:lvl1pPr>
          </a:lstStyle>
          <a:p>
            <a:fld id="{92CF052E-0690-410B-99BE-3B064D10B776}" type="datetime4">
              <a:rPr lang="de-DE" smtClean="0"/>
            </a:fld>
            <a:endParaRPr lang="de-DE" dirty="0"/>
          </a:p>
        </p:txBody>
      </p:sp>
      <p:sp>
        <p:nvSpPr>
          <p:cNvPr id="4" name="Fußzeilenplatzhalter 3"/>
          <p:cNvSpPr>
            <a:spLocks noGrp="1"/>
          </p:cNvSpPr>
          <p:nvPr>
            <p:ph type="ftr" sz="quarter" idx="11"/>
          </p:nvPr>
        </p:nvSpPr>
        <p:spPr/>
        <p:txBody>
          <a:bodyPr/>
          <a:lstStyle>
            <a:lvl1pPr>
              <a:defRPr>
                <a:solidFill>
                  <a:schemeClr val="tx1"/>
                </a:solidFill>
                <a:latin typeface="+mn-lt"/>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lvl1pPr>
              <a:defRPr>
                <a:solidFill>
                  <a:schemeClr val="tx1"/>
                </a:solidFill>
                <a:latin typeface="+mn-lt"/>
              </a:defRPr>
            </a:lvl1pPr>
          </a:lstStyle>
          <a:p>
            <a:fld id="{D949F9DF-37BD-4CD6-BF49-65BA579E1D7A}" type="slidenum">
              <a:rPr lang="de-DE" smtClean="0"/>
            </a:fld>
            <a:endParaRPr lang="de-DE"/>
          </a:p>
        </p:txBody>
      </p:sp>
      <p:sp>
        <p:nvSpPr>
          <p:cNvPr id="57" name="Rechteck 56"/>
          <p:cNvSpPr/>
          <p:nvPr userDrawn="1"/>
        </p:nvSpPr>
        <p:spPr>
          <a:xfrm>
            <a:off x="387900" y="6538526"/>
            <a:ext cx="8756100" cy="10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59" name="Rechteck 58"/>
          <p:cNvSpPr/>
          <p:nvPr userDrawn="1"/>
        </p:nvSpPr>
        <p:spPr>
          <a:xfrm>
            <a:off x="388800" y="1196733"/>
            <a:ext cx="8757047" cy="72000"/>
          </a:xfrm>
          <a:prstGeom prst="rect">
            <a:avLst/>
          </a:prstGeom>
          <a:solidFill>
            <a:srgbClr val="971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grpSp>
        <p:nvGrpSpPr>
          <p:cNvPr id="58" name="Gruppieren 57"/>
          <p:cNvGrpSpPr/>
          <p:nvPr userDrawn="1"/>
        </p:nvGrpSpPr>
        <p:grpSpPr>
          <a:xfrm>
            <a:off x="-292893" y="160153"/>
            <a:ext cx="250031" cy="136812"/>
            <a:chOff x="-133350" y="2711163"/>
            <a:chExt cx="333375" cy="136812"/>
          </a:xfrm>
        </p:grpSpPr>
        <p:cxnSp>
          <p:nvCxnSpPr>
            <p:cNvPr id="61" name="Gerader Verbinder 60"/>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63" name="Gruppieren 62"/>
          <p:cNvGrpSpPr/>
          <p:nvPr userDrawn="1"/>
        </p:nvGrpSpPr>
        <p:grpSpPr>
          <a:xfrm>
            <a:off x="-292893" y="1131703"/>
            <a:ext cx="250031" cy="136812"/>
            <a:chOff x="-133350" y="2711163"/>
            <a:chExt cx="333375" cy="136812"/>
          </a:xfrm>
        </p:grpSpPr>
        <p:cxnSp>
          <p:nvCxnSpPr>
            <p:cNvPr id="64" name="Gerader Verbinder 63"/>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06,00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66" name="Gruppieren 65"/>
          <p:cNvGrpSpPr/>
          <p:nvPr userDrawn="1"/>
        </p:nvGrpSpPr>
        <p:grpSpPr>
          <a:xfrm>
            <a:off x="-292893" y="1491963"/>
            <a:ext cx="250031" cy="136812"/>
            <a:chOff x="-133350" y="2711163"/>
            <a:chExt cx="333375" cy="136812"/>
          </a:xfrm>
        </p:grpSpPr>
        <p:cxnSp>
          <p:nvCxnSpPr>
            <p:cNvPr id="67" name="Gerader Verbinder 66"/>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mn-lt"/>
                  <a:ea typeface="+mn-ea"/>
                  <a:cs typeface="+mn-cs"/>
                </a:rPr>
                <a:t>05,00</a:t>
              </a:r>
              <a:endParaRPr kumimoji="0" lang="de-DE" sz="600" b="0" i="0" u="none" strike="noStrike" kern="1200" cap="none" spc="0" normalizeH="0" baseline="0" noProof="0" dirty="0">
                <a:ln>
                  <a:noFill/>
                </a:ln>
                <a:solidFill>
                  <a:schemeClr val="accent6"/>
                </a:solidFill>
                <a:effectLst/>
                <a:uLnTx/>
                <a:uFillTx/>
                <a:latin typeface="+mn-lt"/>
                <a:ea typeface="+mn-ea"/>
                <a:cs typeface="+mn-cs"/>
              </a:endParaRPr>
            </a:p>
          </p:txBody>
        </p:sp>
      </p:grpSp>
      <p:grpSp>
        <p:nvGrpSpPr>
          <p:cNvPr id="69" name="Gruppieren 68"/>
          <p:cNvGrpSpPr/>
          <p:nvPr userDrawn="1"/>
        </p:nvGrpSpPr>
        <p:grpSpPr>
          <a:xfrm>
            <a:off x="-292893" y="3292188"/>
            <a:ext cx="250031" cy="136812"/>
            <a:chOff x="-133350" y="2711163"/>
            <a:chExt cx="333375" cy="136812"/>
          </a:xfrm>
        </p:grpSpPr>
        <p:cxnSp>
          <p:nvCxnSpPr>
            <p:cNvPr id="70" name="Gerader Verbinder 69"/>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mn-lt"/>
                  <a:ea typeface="+mn-ea"/>
                  <a:cs typeface="+mn-cs"/>
                </a:rPr>
                <a:t>00,00</a:t>
              </a:r>
              <a:endParaRPr kumimoji="0" lang="de-DE" sz="600" b="0" i="0" u="none" strike="noStrike" kern="1200" cap="none" spc="0" normalizeH="0" baseline="0" noProof="0" dirty="0">
                <a:ln>
                  <a:noFill/>
                </a:ln>
                <a:solidFill>
                  <a:schemeClr val="accent6"/>
                </a:solidFill>
                <a:effectLst/>
                <a:uLnTx/>
                <a:uFillTx/>
                <a:latin typeface="+mn-lt"/>
                <a:ea typeface="+mn-ea"/>
                <a:cs typeface="+mn-cs"/>
              </a:endParaRPr>
            </a:p>
          </p:txBody>
        </p:sp>
      </p:grpSp>
      <p:grpSp>
        <p:nvGrpSpPr>
          <p:cNvPr id="72" name="Gruppieren 71"/>
          <p:cNvGrpSpPr/>
          <p:nvPr userDrawn="1"/>
        </p:nvGrpSpPr>
        <p:grpSpPr>
          <a:xfrm>
            <a:off x="-292893" y="6063963"/>
            <a:ext cx="250031" cy="136812"/>
            <a:chOff x="-133350" y="2711163"/>
            <a:chExt cx="333375" cy="136812"/>
          </a:xfrm>
        </p:grpSpPr>
        <p:cxnSp>
          <p:nvCxnSpPr>
            <p:cNvPr id="73" name="Gerader Verbinder 72"/>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mn-lt"/>
                  <a:ea typeface="+mn-ea"/>
                  <a:cs typeface="+mn-cs"/>
                </a:rPr>
                <a:t>07,70</a:t>
              </a:r>
              <a:endParaRPr kumimoji="0" lang="de-DE" sz="600" b="0" i="0" u="none" strike="noStrike" kern="1200" cap="none" spc="0" normalizeH="0" baseline="0" noProof="0" dirty="0">
                <a:ln>
                  <a:noFill/>
                </a:ln>
                <a:solidFill>
                  <a:schemeClr val="accent6"/>
                </a:solidFill>
                <a:effectLst/>
                <a:uLnTx/>
                <a:uFillTx/>
                <a:latin typeface="+mn-lt"/>
                <a:ea typeface="+mn-ea"/>
                <a:cs typeface="+mn-cs"/>
              </a:endParaRPr>
            </a:p>
          </p:txBody>
        </p:sp>
      </p:grpSp>
      <p:grpSp>
        <p:nvGrpSpPr>
          <p:cNvPr id="75" name="Gruppieren 74"/>
          <p:cNvGrpSpPr/>
          <p:nvPr userDrawn="1"/>
        </p:nvGrpSpPr>
        <p:grpSpPr>
          <a:xfrm>
            <a:off x="-292893" y="6495763"/>
            <a:ext cx="250031" cy="136812"/>
            <a:chOff x="-133350" y="2711163"/>
            <a:chExt cx="333375" cy="136812"/>
          </a:xfrm>
        </p:grpSpPr>
        <p:cxnSp>
          <p:nvCxnSpPr>
            <p:cNvPr id="76" name="Gerader Verbinder 75"/>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mn-lt"/>
                  <a:ea typeface="+mn-ea"/>
                  <a:cs typeface="+mn-cs"/>
                </a:rPr>
                <a:t>08,90</a:t>
              </a:r>
              <a:endParaRPr kumimoji="0" lang="de-DE" sz="600" b="0" i="0" u="none" strike="noStrike" kern="1200" cap="none" spc="0" normalizeH="0" baseline="0" noProof="0" dirty="0">
                <a:ln>
                  <a:noFill/>
                </a:ln>
                <a:solidFill>
                  <a:schemeClr val="accent6"/>
                </a:solidFill>
                <a:effectLst/>
                <a:uLnTx/>
                <a:uFillTx/>
                <a:latin typeface="+mn-lt"/>
                <a:ea typeface="+mn-ea"/>
                <a:cs typeface="+mn-cs"/>
              </a:endParaRPr>
            </a:p>
          </p:txBody>
        </p:sp>
      </p:grpSp>
      <p:grpSp>
        <p:nvGrpSpPr>
          <p:cNvPr id="78" name="Gruppieren 77"/>
          <p:cNvGrpSpPr/>
          <p:nvPr userDrawn="1"/>
        </p:nvGrpSpPr>
        <p:grpSpPr>
          <a:xfrm rot="16200000">
            <a:off x="169567" y="-282035"/>
            <a:ext cx="333375" cy="102606"/>
            <a:chOff x="-133350" y="2711167"/>
            <a:chExt cx="333375" cy="136808"/>
          </a:xfrm>
        </p:grpSpPr>
        <p:cxnSp>
          <p:nvCxnSpPr>
            <p:cNvPr id="79" name="Gerader Verbinder 78"/>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81" name="Gruppieren 80"/>
          <p:cNvGrpSpPr/>
          <p:nvPr userDrawn="1"/>
        </p:nvGrpSpPr>
        <p:grpSpPr>
          <a:xfrm rot="16200000">
            <a:off x="4273057" y="-282036"/>
            <a:ext cx="333375" cy="102603"/>
            <a:chOff x="-133350" y="2711171"/>
            <a:chExt cx="333375" cy="136804"/>
          </a:xfrm>
        </p:grpSpPr>
        <p:cxnSp>
          <p:nvCxnSpPr>
            <p:cNvPr id="82" name="Gerader Verbinder 81"/>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84" name="Gruppieren 83"/>
          <p:cNvGrpSpPr/>
          <p:nvPr userDrawn="1"/>
        </p:nvGrpSpPr>
        <p:grpSpPr>
          <a:xfrm>
            <a:off x="4652949" y="-397424"/>
            <a:ext cx="93680" cy="333375"/>
            <a:chOff x="6416679" y="-397424"/>
            <a:chExt cx="124907" cy="333375"/>
          </a:xfrm>
        </p:grpSpPr>
        <p:cxnSp>
          <p:nvCxnSpPr>
            <p:cNvPr id="85" name="Gerader Verbinder 84"/>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6" name="Textfeld 85"/>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cxnSp>
        <p:nvCxnSpPr>
          <p:cNvPr id="87" name="Gerader Verbinder 86"/>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8" name="Gruppieren 87"/>
          <p:cNvGrpSpPr/>
          <p:nvPr userDrawn="1"/>
        </p:nvGrpSpPr>
        <p:grpSpPr>
          <a:xfrm rot="16200000">
            <a:off x="8543829" y="-282039"/>
            <a:ext cx="333375" cy="102600"/>
            <a:chOff x="-133350" y="2711175"/>
            <a:chExt cx="333375" cy="136800"/>
          </a:xfrm>
        </p:grpSpPr>
        <p:cxnSp>
          <p:nvCxnSpPr>
            <p:cNvPr id="89" name="Gerader Verbinder 88"/>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Textfeld 89"/>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sp>
        <p:nvSpPr>
          <p:cNvPr id="91" name="Freihandform: Form 90"/>
          <p:cNvSpPr/>
          <p:nvPr userDrawn="1"/>
        </p:nvSpPr>
        <p:spPr>
          <a:xfrm>
            <a:off x="7352747" y="300703"/>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grpSp>
        <p:nvGrpSpPr>
          <p:cNvPr id="101" name="Grafik 3"/>
          <p:cNvGrpSpPr/>
          <p:nvPr userDrawn="1"/>
        </p:nvGrpSpPr>
        <p:grpSpPr>
          <a:xfrm>
            <a:off x="387350" y="293688"/>
            <a:ext cx="2654043" cy="328339"/>
            <a:chOff x="2090737" y="2524124"/>
            <a:chExt cx="7860982" cy="972502"/>
          </a:xfrm>
          <a:solidFill>
            <a:schemeClr val="tx1"/>
          </a:solidFill>
        </p:grpSpPr>
        <p:sp>
          <p:nvSpPr>
            <p:cNvPr id="102" name="Freihandform: Form 201"/>
            <p:cNvSpPr/>
            <p:nvPr/>
          </p:nvSpPr>
          <p:spPr>
            <a:xfrm>
              <a:off x="2090737" y="2545079"/>
              <a:ext cx="231457" cy="369569"/>
            </a:xfrm>
            <a:custGeom>
              <a:avLst/>
              <a:gdLst>
                <a:gd name="connsiteX0" fmla="*/ 231458 w 231457"/>
                <a:gd name="connsiteY0" fmla="*/ 60960 h 369569"/>
                <a:gd name="connsiteX1" fmla="*/ 65723 w 231457"/>
                <a:gd name="connsiteY1" fmla="*/ 60960 h 369569"/>
                <a:gd name="connsiteX2" fmla="*/ 65723 w 231457"/>
                <a:gd name="connsiteY2" fmla="*/ 152400 h 369569"/>
                <a:gd name="connsiteX3" fmla="*/ 189548 w 231457"/>
                <a:gd name="connsiteY3" fmla="*/ 152400 h 369569"/>
                <a:gd name="connsiteX4" fmla="*/ 189548 w 231457"/>
                <a:gd name="connsiteY4" fmla="*/ 212408 h 369569"/>
                <a:gd name="connsiteX5" fmla="*/ 65723 w 231457"/>
                <a:gd name="connsiteY5" fmla="*/ 212408 h 369569"/>
                <a:gd name="connsiteX6" fmla="*/ 65723 w 231457"/>
                <a:gd name="connsiteY6" fmla="*/ 369570 h 369569"/>
                <a:gd name="connsiteX7" fmla="*/ 0 w 231457"/>
                <a:gd name="connsiteY7" fmla="*/ 369570 h 369569"/>
                <a:gd name="connsiteX8" fmla="*/ 0 w 231457"/>
                <a:gd name="connsiteY8" fmla="*/ 0 h 369569"/>
                <a:gd name="connsiteX9" fmla="*/ 231458 w 231457"/>
                <a:gd name="connsiteY9" fmla="*/ 0 h 369569"/>
                <a:gd name="connsiteX10" fmla="*/ 231458 w 231457"/>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9569">
                  <a:moveTo>
                    <a:pt x="231458" y="60960"/>
                  </a:moveTo>
                  <a:lnTo>
                    <a:pt x="65723" y="60960"/>
                  </a:lnTo>
                  <a:lnTo>
                    <a:pt x="65723" y="152400"/>
                  </a:lnTo>
                  <a:lnTo>
                    <a:pt x="189548" y="152400"/>
                  </a:lnTo>
                  <a:lnTo>
                    <a:pt x="189548"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103" name="Freihandform: Form 202"/>
            <p:cNvSpPr/>
            <p:nvPr/>
          </p:nvSpPr>
          <p:spPr>
            <a:xfrm>
              <a:off x="2357437" y="2641039"/>
              <a:ext cx="161925" cy="272657"/>
            </a:xfrm>
            <a:custGeom>
              <a:avLst/>
              <a:gdLst>
                <a:gd name="connsiteX0" fmla="*/ 161925 w 161925"/>
                <a:gd name="connsiteY0" fmla="*/ 5005 h 272657"/>
                <a:gd name="connsiteX1" fmla="*/ 152400 w 161925"/>
                <a:gd name="connsiteY1" fmla="*/ 68823 h 272657"/>
                <a:gd name="connsiteX2" fmla="*/ 118110 w 161925"/>
                <a:gd name="connsiteY2" fmla="*/ 60250 h 272657"/>
                <a:gd name="connsiteX3" fmla="*/ 63817 w 161925"/>
                <a:gd name="connsiteY3" fmla="*/ 135498 h 272657"/>
                <a:gd name="connsiteX4" fmla="*/ 63817 w 161925"/>
                <a:gd name="connsiteY4" fmla="*/ 272658 h 272657"/>
                <a:gd name="connsiteX5" fmla="*/ 0 w 161925"/>
                <a:gd name="connsiteY5" fmla="*/ 272658 h 272657"/>
                <a:gd name="connsiteX6" fmla="*/ 0 w 161925"/>
                <a:gd name="connsiteY6" fmla="*/ 5958 h 272657"/>
                <a:gd name="connsiteX7" fmla="*/ 60960 w 161925"/>
                <a:gd name="connsiteY7" fmla="*/ 5958 h 272657"/>
                <a:gd name="connsiteX8" fmla="*/ 60960 w 161925"/>
                <a:gd name="connsiteY8" fmla="*/ 40248 h 272657"/>
                <a:gd name="connsiteX9" fmla="*/ 61913 w 161925"/>
                <a:gd name="connsiteY9" fmla="*/ 40248 h 272657"/>
                <a:gd name="connsiteX10" fmla="*/ 131445 w 161925"/>
                <a:gd name="connsiteY10" fmla="*/ 243 h 272657"/>
                <a:gd name="connsiteX11" fmla="*/ 161925 w 161925"/>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925" h="272657">
                  <a:moveTo>
                    <a:pt x="161925" y="5005"/>
                  </a:moveTo>
                  <a:lnTo>
                    <a:pt x="152400" y="68823"/>
                  </a:lnTo>
                  <a:cubicBezTo>
                    <a:pt x="142875" y="64060"/>
                    <a:pt x="131445" y="60250"/>
                    <a:pt x="118110" y="60250"/>
                  </a:cubicBezTo>
                  <a:cubicBezTo>
                    <a:pt x="75248" y="60250"/>
                    <a:pt x="63817" y="94540"/>
                    <a:pt x="63817" y="135498"/>
                  </a:cubicBezTo>
                  <a:lnTo>
                    <a:pt x="63817" y="272658"/>
                  </a:lnTo>
                  <a:lnTo>
                    <a:pt x="0" y="272658"/>
                  </a:lnTo>
                  <a:lnTo>
                    <a:pt x="0" y="5958"/>
                  </a:lnTo>
                  <a:lnTo>
                    <a:pt x="60960" y="5958"/>
                  </a:lnTo>
                  <a:lnTo>
                    <a:pt x="60960" y="40248"/>
                  </a:lnTo>
                  <a:lnTo>
                    <a:pt x="61913" y="40248"/>
                  </a:lnTo>
                  <a:cubicBezTo>
                    <a:pt x="76200" y="15483"/>
                    <a:pt x="100965" y="243"/>
                    <a:pt x="131445" y="243"/>
                  </a:cubicBezTo>
                  <a:cubicBezTo>
                    <a:pt x="140970" y="-710"/>
                    <a:pt x="152400" y="1195"/>
                    <a:pt x="161925" y="5005"/>
                  </a:cubicBezTo>
                  <a:close/>
                </a:path>
              </a:pathLst>
            </a:custGeom>
            <a:solidFill>
              <a:srgbClr val="041E42"/>
            </a:solidFill>
            <a:ln w="9525" cap="flat">
              <a:noFill/>
              <a:prstDash val="solid"/>
              <a:miter/>
            </a:ln>
          </p:spPr>
          <p:txBody>
            <a:bodyPr rtlCol="0" anchor="ctr"/>
            <a:lstStyle/>
            <a:p>
              <a:endParaRPr lang="de-DE"/>
            </a:p>
          </p:txBody>
        </p:sp>
        <p:sp>
          <p:nvSpPr>
            <p:cNvPr id="104" name="Freihandform: Form 203"/>
            <p:cNvSpPr/>
            <p:nvPr/>
          </p:nvSpPr>
          <p:spPr>
            <a:xfrm>
              <a:off x="2563176" y="2528887"/>
              <a:ext cx="79057" cy="385762"/>
            </a:xfrm>
            <a:custGeom>
              <a:avLst/>
              <a:gdLst>
                <a:gd name="connsiteX0" fmla="*/ 79058 w 79057"/>
                <a:gd name="connsiteY0" fmla="*/ 38100 h 385762"/>
                <a:gd name="connsiteX1" fmla="*/ 39052 w 79057"/>
                <a:gd name="connsiteY1" fmla="*/ 76200 h 385762"/>
                <a:gd name="connsiteX2" fmla="*/ 0 w 79057"/>
                <a:gd name="connsiteY2" fmla="*/ 38100 h 385762"/>
                <a:gd name="connsiteX3" fmla="*/ 39052 w 79057"/>
                <a:gd name="connsiteY3" fmla="*/ 0 h 385762"/>
                <a:gd name="connsiteX4" fmla="*/ 79058 w 79057"/>
                <a:gd name="connsiteY4" fmla="*/ 38100 h 385762"/>
                <a:gd name="connsiteX5" fmla="*/ 70485 w 79057"/>
                <a:gd name="connsiteY5" fmla="*/ 385763 h 385762"/>
                <a:gd name="connsiteX6" fmla="*/ 8573 w 79057"/>
                <a:gd name="connsiteY6" fmla="*/ 385763 h 385762"/>
                <a:gd name="connsiteX7" fmla="*/ 8573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8" y="38100"/>
                  </a:moveTo>
                  <a:cubicBezTo>
                    <a:pt x="79058" y="60007"/>
                    <a:pt x="60960" y="76200"/>
                    <a:pt x="39052" y="76200"/>
                  </a:cubicBezTo>
                  <a:cubicBezTo>
                    <a:pt x="17145" y="76200"/>
                    <a:pt x="0" y="60960"/>
                    <a:pt x="0" y="38100"/>
                  </a:cubicBezTo>
                  <a:cubicBezTo>
                    <a:pt x="0" y="16193"/>
                    <a:pt x="18098" y="0"/>
                    <a:pt x="39052" y="0"/>
                  </a:cubicBezTo>
                  <a:cubicBezTo>
                    <a:pt x="61913" y="0"/>
                    <a:pt x="79058" y="16193"/>
                    <a:pt x="79058" y="38100"/>
                  </a:cubicBezTo>
                  <a:close/>
                  <a:moveTo>
                    <a:pt x="70485" y="385763"/>
                  </a:moveTo>
                  <a:lnTo>
                    <a:pt x="8573" y="385763"/>
                  </a:lnTo>
                  <a:lnTo>
                    <a:pt x="8573"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105" name="Freihandform: Form 204"/>
            <p:cNvSpPr/>
            <p:nvPr/>
          </p:nvSpPr>
          <p:spPr>
            <a:xfrm>
              <a:off x="2699384" y="2641281"/>
              <a:ext cx="242887" cy="279082"/>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8" y="225743"/>
                    <a:pt x="132398" y="225743"/>
                  </a:cubicBezTo>
                  <a:cubicBezTo>
                    <a:pt x="157163" y="225743"/>
                    <a:pt x="177165" y="216218"/>
                    <a:pt x="198120" y="194310"/>
                  </a:cubicBezTo>
                  <a:lnTo>
                    <a:pt x="237173" y="235268"/>
                  </a:lnTo>
                  <a:cubicBezTo>
                    <a:pt x="206692" y="264795"/>
                    <a:pt x="172402" y="279083"/>
                    <a:pt x="132398" y="279083"/>
                  </a:cubicBezTo>
                  <a:close/>
                  <a:moveTo>
                    <a:pt x="62865" y="115253"/>
                  </a:moveTo>
                  <a:lnTo>
                    <a:pt x="183832" y="115253"/>
                  </a:lnTo>
                  <a:cubicBezTo>
                    <a:pt x="180975" y="74295"/>
                    <a:pt x="160020" y="50482"/>
                    <a:pt x="124777" y="50482"/>
                  </a:cubicBezTo>
                  <a:cubicBezTo>
                    <a:pt x="89535"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6" name="Freihandform: Form 205"/>
            <p:cNvSpPr/>
            <p:nvPr/>
          </p:nvSpPr>
          <p:spPr>
            <a:xfrm>
              <a:off x="2997516" y="2524124"/>
              <a:ext cx="248602" cy="396239"/>
            </a:xfrm>
            <a:custGeom>
              <a:avLst/>
              <a:gdLst>
                <a:gd name="connsiteX0" fmla="*/ 0 w 248602"/>
                <a:gd name="connsiteY0" fmla="*/ 256223 h 396239"/>
                <a:gd name="connsiteX1" fmla="*/ 108585 w 248602"/>
                <a:gd name="connsiteY1" fmla="*/ 117157 h 396239"/>
                <a:gd name="connsiteX2" fmla="*/ 185738 w 248602"/>
                <a:gd name="connsiteY2" fmla="*/ 153352 h 396239"/>
                <a:gd name="connsiteX3" fmla="*/ 186690 w 248602"/>
                <a:gd name="connsiteY3" fmla="*/ 153352 h 396239"/>
                <a:gd name="connsiteX4" fmla="*/ 186690 w 248602"/>
                <a:gd name="connsiteY4" fmla="*/ 16193 h 396239"/>
                <a:gd name="connsiteX5" fmla="*/ 248603 w 248602"/>
                <a:gd name="connsiteY5" fmla="*/ 0 h 396239"/>
                <a:gd name="connsiteX6" fmla="*/ 248603 w 248602"/>
                <a:gd name="connsiteY6" fmla="*/ 389573 h 396239"/>
                <a:gd name="connsiteX7" fmla="*/ 188595 w 248602"/>
                <a:gd name="connsiteY7" fmla="*/ 389573 h 396239"/>
                <a:gd name="connsiteX8" fmla="*/ 188595 w 248602"/>
                <a:gd name="connsiteY8" fmla="*/ 358140 h 396239"/>
                <a:gd name="connsiteX9" fmla="*/ 187642 w 248602"/>
                <a:gd name="connsiteY9" fmla="*/ 358140 h 396239"/>
                <a:gd name="connsiteX10" fmla="*/ 107633 w 248602"/>
                <a:gd name="connsiteY10" fmla="*/ 396240 h 396239"/>
                <a:gd name="connsiteX11" fmla="*/ 0 w 248602"/>
                <a:gd name="connsiteY11" fmla="*/ 256223 h 396239"/>
                <a:gd name="connsiteX12" fmla="*/ 61913 w 248602"/>
                <a:gd name="connsiteY12" fmla="*/ 256223 h 396239"/>
                <a:gd name="connsiteX13" fmla="*/ 123825 w 248602"/>
                <a:gd name="connsiteY13" fmla="*/ 341948 h 396239"/>
                <a:gd name="connsiteX14" fmla="*/ 187642 w 248602"/>
                <a:gd name="connsiteY14" fmla="*/ 306705 h 396239"/>
                <a:gd name="connsiteX15" fmla="*/ 187642 w 248602"/>
                <a:gd name="connsiteY15" fmla="*/ 208598 h 396239"/>
                <a:gd name="connsiteX16" fmla="*/ 123825 w 248602"/>
                <a:gd name="connsiteY16" fmla="*/ 173355 h 396239"/>
                <a:gd name="connsiteX17" fmla="*/ 61913 w 248602"/>
                <a:gd name="connsiteY17" fmla="*/ 256223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6223"/>
                  </a:moveTo>
                  <a:cubicBezTo>
                    <a:pt x="0" y="170498"/>
                    <a:pt x="43815" y="117157"/>
                    <a:pt x="108585" y="117157"/>
                  </a:cubicBezTo>
                  <a:cubicBezTo>
                    <a:pt x="141923" y="117157"/>
                    <a:pt x="168592" y="131445"/>
                    <a:pt x="185738" y="153352"/>
                  </a:cubicBezTo>
                  <a:lnTo>
                    <a:pt x="186690" y="153352"/>
                  </a:lnTo>
                  <a:lnTo>
                    <a:pt x="186690" y="16193"/>
                  </a:lnTo>
                  <a:lnTo>
                    <a:pt x="248603" y="0"/>
                  </a:lnTo>
                  <a:lnTo>
                    <a:pt x="248603" y="389573"/>
                  </a:lnTo>
                  <a:lnTo>
                    <a:pt x="188595" y="389573"/>
                  </a:lnTo>
                  <a:lnTo>
                    <a:pt x="188595" y="358140"/>
                  </a:lnTo>
                  <a:lnTo>
                    <a:pt x="187642" y="358140"/>
                  </a:lnTo>
                  <a:cubicBezTo>
                    <a:pt x="168592" y="381953"/>
                    <a:pt x="140970" y="396240"/>
                    <a:pt x="107633" y="396240"/>
                  </a:cubicBezTo>
                  <a:cubicBezTo>
                    <a:pt x="43815" y="396240"/>
                    <a:pt x="0" y="341948"/>
                    <a:pt x="0" y="256223"/>
                  </a:cubicBezTo>
                  <a:close/>
                  <a:moveTo>
                    <a:pt x="61913" y="256223"/>
                  </a:moveTo>
                  <a:cubicBezTo>
                    <a:pt x="61913" y="310515"/>
                    <a:pt x="84773" y="341948"/>
                    <a:pt x="123825" y="341948"/>
                  </a:cubicBezTo>
                  <a:cubicBezTo>
                    <a:pt x="147638" y="341948"/>
                    <a:pt x="167640" y="330517"/>
                    <a:pt x="187642" y="306705"/>
                  </a:cubicBezTo>
                  <a:lnTo>
                    <a:pt x="187642" y="208598"/>
                  </a:lnTo>
                  <a:cubicBezTo>
                    <a:pt x="169545" y="184785"/>
                    <a:pt x="149542" y="173355"/>
                    <a:pt x="123825" y="173355"/>
                  </a:cubicBezTo>
                  <a:cubicBezTo>
                    <a:pt x="82867" y="173355"/>
                    <a:pt x="61913" y="202883"/>
                    <a:pt x="61913" y="256223"/>
                  </a:cubicBezTo>
                  <a:close/>
                </a:path>
              </a:pathLst>
            </a:custGeom>
            <a:solidFill>
              <a:srgbClr val="041E42"/>
            </a:solidFill>
            <a:ln w="9525" cap="flat">
              <a:noFill/>
              <a:prstDash val="solid"/>
              <a:miter/>
            </a:ln>
          </p:spPr>
          <p:txBody>
            <a:bodyPr rtlCol="0" anchor="ctr"/>
            <a:lstStyle/>
            <a:p>
              <a:endParaRPr lang="de-DE"/>
            </a:p>
          </p:txBody>
        </p:sp>
        <p:sp>
          <p:nvSpPr>
            <p:cNvPr id="107" name="Freihandform: Form 206"/>
            <p:cNvSpPr/>
            <p:nvPr/>
          </p:nvSpPr>
          <p:spPr>
            <a:xfrm>
              <a:off x="3328987"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08" name="Freihandform: Form 207"/>
            <p:cNvSpPr/>
            <p:nvPr/>
          </p:nvSpPr>
          <p:spPr>
            <a:xfrm>
              <a:off x="3533774" y="2528887"/>
              <a:ext cx="79057" cy="385762"/>
            </a:xfrm>
            <a:custGeom>
              <a:avLst/>
              <a:gdLst>
                <a:gd name="connsiteX0" fmla="*/ 79058 w 79057"/>
                <a:gd name="connsiteY0" fmla="*/ 38100 h 385762"/>
                <a:gd name="connsiteX1" fmla="*/ 39053 w 79057"/>
                <a:gd name="connsiteY1" fmla="*/ 76200 h 385762"/>
                <a:gd name="connsiteX2" fmla="*/ 0 w 79057"/>
                <a:gd name="connsiteY2" fmla="*/ 38100 h 385762"/>
                <a:gd name="connsiteX3" fmla="*/ 39053 w 79057"/>
                <a:gd name="connsiteY3" fmla="*/ 0 h 385762"/>
                <a:gd name="connsiteX4" fmla="*/ 79058 w 79057"/>
                <a:gd name="connsiteY4" fmla="*/ 38100 h 385762"/>
                <a:gd name="connsiteX5" fmla="*/ 70485 w 79057"/>
                <a:gd name="connsiteY5" fmla="*/ 385763 h 385762"/>
                <a:gd name="connsiteX6" fmla="*/ 8572 w 79057"/>
                <a:gd name="connsiteY6" fmla="*/ 385763 h 385762"/>
                <a:gd name="connsiteX7" fmla="*/ 8572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8" y="38100"/>
                  </a:moveTo>
                  <a:cubicBezTo>
                    <a:pt x="79058" y="60007"/>
                    <a:pt x="60960" y="76200"/>
                    <a:pt x="39053" y="76200"/>
                  </a:cubicBezTo>
                  <a:cubicBezTo>
                    <a:pt x="17145" y="76200"/>
                    <a:pt x="0" y="60960"/>
                    <a:pt x="0" y="38100"/>
                  </a:cubicBezTo>
                  <a:cubicBezTo>
                    <a:pt x="0" y="16193"/>
                    <a:pt x="18097" y="0"/>
                    <a:pt x="39053" y="0"/>
                  </a:cubicBezTo>
                  <a:cubicBezTo>
                    <a:pt x="60960" y="0"/>
                    <a:pt x="79058" y="16193"/>
                    <a:pt x="79058" y="38100"/>
                  </a:cubicBezTo>
                  <a:close/>
                  <a:moveTo>
                    <a:pt x="70485" y="385763"/>
                  </a:moveTo>
                  <a:lnTo>
                    <a:pt x="8572" y="385763"/>
                  </a:lnTo>
                  <a:lnTo>
                    <a:pt x="8572"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109" name="Freihandform: Form 208"/>
            <p:cNvSpPr/>
            <p:nvPr/>
          </p:nvSpPr>
          <p:spPr>
            <a:xfrm>
              <a:off x="3671887" y="2640329"/>
              <a:ext cx="224790" cy="280034"/>
            </a:xfrm>
            <a:custGeom>
              <a:avLst/>
              <a:gdLst>
                <a:gd name="connsiteX0" fmla="*/ 222885 w 224790"/>
                <a:gd name="connsiteY0" fmla="*/ 237172 h 280034"/>
                <a:gd name="connsiteX1" fmla="*/ 127635 w 224790"/>
                <a:gd name="connsiteY1" fmla="*/ 280035 h 280034"/>
                <a:gd name="connsiteX2" fmla="*/ 0 w 224790"/>
                <a:gd name="connsiteY2" fmla="*/ 140970 h 280034"/>
                <a:gd name="connsiteX3" fmla="*/ 128588 w 224790"/>
                <a:gd name="connsiteY3" fmla="*/ 0 h 280034"/>
                <a:gd name="connsiteX4" fmla="*/ 224790 w 224790"/>
                <a:gd name="connsiteY4" fmla="*/ 45720 h 280034"/>
                <a:gd name="connsiteX5" fmla="*/ 181928 w 224790"/>
                <a:gd name="connsiteY5" fmla="*/ 86678 h 280034"/>
                <a:gd name="connsiteX6" fmla="*/ 128588 w 224790"/>
                <a:gd name="connsiteY6" fmla="*/ 57150 h 280034"/>
                <a:gd name="connsiteX7" fmla="*/ 62865 w 224790"/>
                <a:gd name="connsiteY7" fmla="*/ 140018 h 280034"/>
                <a:gd name="connsiteX8" fmla="*/ 128588 w 224790"/>
                <a:gd name="connsiteY8" fmla="*/ 222885 h 280034"/>
                <a:gd name="connsiteX9" fmla="*/ 183833 w 224790"/>
                <a:gd name="connsiteY9" fmla="*/ 193358 h 280034"/>
                <a:gd name="connsiteX10" fmla="*/ 222885 w 224790"/>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10" name="Freihandform: Form 209"/>
            <p:cNvSpPr/>
            <p:nvPr/>
          </p:nvSpPr>
          <p:spPr>
            <a:xfrm>
              <a:off x="3950016" y="2524124"/>
              <a:ext cx="228600" cy="391477"/>
            </a:xfrm>
            <a:custGeom>
              <a:avLst/>
              <a:gdLst>
                <a:gd name="connsiteX0" fmla="*/ 228600 w 228600"/>
                <a:gd name="connsiteY0" fmla="*/ 390525 h 391477"/>
                <a:gd name="connsiteX1" fmla="*/ 166688 w 228600"/>
                <a:gd name="connsiteY1" fmla="*/ 390525 h 391477"/>
                <a:gd name="connsiteX2" fmla="*/ 166688 w 228600"/>
                <a:gd name="connsiteY2" fmla="*/ 238125 h 391477"/>
                <a:gd name="connsiteX3" fmla="*/ 117158 w 228600"/>
                <a:gd name="connsiteY3" fmla="*/ 173355 h 391477"/>
                <a:gd name="connsiteX4" fmla="*/ 61913 w 228600"/>
                <a:gd name="connsiteY4" fmla="*/ 238125 h 391477"/>
                <a:gd name="connsiteX5" fmla="*/ 61913 w 228600"/>
                <a:gd name="connsiteY5" fmla="*/ 391478 h 391477"/>
                <a:gd name="connsiteX6" fmla="*/ 0 w 228600"/>
                <a:gd name="connsiteY6" fmla="*/ 391478 h 391477"/>
                <a:gd name="connsiteX7" fmla="*/ 0 w 228600"/>
                <a:gd name="connsiteY7" fmla="*/ 16193 h 391477"/>
                <a:gd name="connsiteX8" fmla="*/ 61913 w 228600"/>
                <a:gd name="connsiteY8" fmla="*/ 0 h 391477"/>
                <a:gd name="connsiteX9" fmla="*/ 61913 w 228600"/>
                <a:gd name="connsiteY9" fmla="*/ 155258 h 391477"/>
                <a:gd name="connsiteX10" fmla="*/ 62865 w 228600"/>
                <a:gd name="connsiteY10" fmla="*/ 155258 h 391477"/>
                <a:gd name="connsiteX11" fmla="*/ 140970 w 228600"/>
                <a:gd name="connsiteY11" fmla="*/ 116205 h 391477"/>
                <a:gd name="connsiteX12" fmla="*/ 228600 w 228600"/>
                <a:gd name="connsiteY12" fmla="*/ 223838 h 391477"/>
                <a:gd name="connsiteX13" fmla="*/ 228600 w 228600"/>
                <a:gd name="connsiteY13" fmla="*/ 390525 h 39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1477">
                  <a:moveTo>
                    <a:pt x="228600" y="390525"/>
                  </a:moveTo>
                  <a:lnTo>
                    <a:pt x="166688" y="390525"/>
                  </a:lnTo>
                  <a:lnTo>
                    <a:pt x="166688" y="238125"/>
                  </a:lnTo>
                  <a:cubicBezTo>
                    <a:pt x="166688" y="199073"/>
                    <a:pt x="154305" y="173355"/>
                    <a:pt x="117158" y="173355"/>
                  </a:cubicBezTo>
                  <a:cubicBezTo>
                    <a:pt x="74295" y="173355"/>
                    <a:pt x="61913" y="207645"/>
                    <a:pt x="61913" y="238125"/>
                  </a:cubicBezTo>
                  <a:lnTo>
                    <a:pt x="61913" y="391478"/>
                  </a:lnTo>
                  <a:lnTo>
                    <a:pt x="0" y="391478"/>
                  </a:lnTo>
                  <a:lnTo>
                    <a:pt x="0" y="16193"/>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90525"/>
                  </a:lnTo>
                  <a:close/>
                </a:path>
              </a:pathLst>
            </a:custGeom>
            <a:solidFill>
              <a:srgbClr val="041E42"/>
            </a:solidFill>
            <a:ln w="9525" cap="flat">
              <a:noFill/>
              <a:prstDash val="solid"/>
              <a:miter/>
            </a:ln>
          </p:spPr>
          <p:txBody>
            <a:bodyPr rtlCol="0" anchor="ctr"/>
            <a:lstStyle/>
            <a:p>
              <a:endParaRPr lang="de-DE"/>
            </a:p>
          </p:txBody>
        </p:sp>
        <p:sp>
          <p:nvSpPr>
            <p:cNvPr id="111" name="Freihandform: Form 210"/>
            <p:cNvSpPr/>
            <p:nvPr/>
          </p:nvSpPr>
          <p:spPr>
            <a:xfrm>
              <a:off x="4251006" y="2721291"/>
              <a:ext cx="130492" cy="59055"/>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1" name="Freihandform: Form 211"/>
            <p:cNvSpPr/>
            <p:nvPr/>
          </p:nvSpPr>
          <p:spPr>
            <a:xfrm>
              <a:off x="4413884" y="2545079"/>
              <a:ext cx="343852" cy="368617"/>
            </a:xfrm>
            <a:custGeom>
              <a:avLst/>
              <a:gdLst>
                <a:gd name="connsiteX0" fmla="*/ 137160 w 343852"/>
                <a:gd name="connsiteY0" fmla="*/ 0 h 368617"/>
                <a:gd name="connsiteX1" fmla="*/ 206693 w 343852"/>
                <a:gd name="connsiteY1" fmla="*/ 0 h 368617"/>
                <a:gd name="connsiteX2" fmla="*/ 343853 w 343852"/>
                <a:gd name="connsiteY2" fmla="*/ 368618 h 368617"/>
                <a:gd name="connsiteX3" fmla="*/ 272415 w 343852"/>
                <a:gd name="connsiteY3" fmla="*/ 368618 h 368617"/>
                <a:gd name="connsiteX4" fmla="*/ 245745 w 343852"/>
                <a:gd name="connsiteY4" fmla="*/ 290512 h 368617"/>
                <a:gd name="connsiteX5" fmla="*/ 96203 w 343852"/>
                <a:gd name="connsiteY5" fmla="*/ 290512 h 368617"/>
                <a:gd name="connsiteX6" fmla="*/ 69533 w 343852"/>
                <a:gd name="connsiteY6" fmla="*/ 368618 h 368617"/>
                <a:gd name="connsiteX7" fmla="*/ 0 w 343852"/>
                <a:gd name="connsiteY7" fmla="*/ 368618 h 368617"/>
                <a:gd name="connsiteX8" fmla="*/ 137160 w 343852"/>
                <a:gd name="connsiteY8" fmla="*/ 0 h 368617"/>
                <a:gd name="connsiteX9" fmla="*/ 116205 w 343852"/>
                <a:gd name="connsiteY9" fmla="*/ 231458 h 368617"/>
                <a:gd name="connsiteX10" fmla="*/ 223838 w 343852"/>
                <a:gd name="connsiteY10" fmla="*/ 231458 h 368617"/>
                <a:gd name="connsiteX11" fmla="*/ 170497 w 343852"/>
                <a:gd name="connsiteY11" fmla="*/ 75247 h 368617"/>
                <a:gd name="connsiteX12" fmla="*/ 169545 w 343852"/>
                <a:gd name="connsiteY12" fmla="*/ 75247 h 368617"/>
                <a:gd name="connsiteX13" fmla="*/ 116205 w 343852"/>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3852" h="368617">
                  <a:moveTo>
                    <a:pt x="137160" y="0"/>
                  </a:moveTo>
                  <a:lnTo>
                    <a:pt x="206693" y="0"/>
                  </a:lnTo>
                  <a:lnTo>
                    <a:pt x="343853" y="368618"/>
                  </a:lnTo>
                  <a:lnTo>
                    <a:pt x="272415" y="368618"/>
                  </a:lnTo>
                  <a:lnTo>
                    <a:pt x="245745" y="290512"/>
                  </a:lnTo>
                  <a:lnTo>
                    <a:pt x="96203" y="290512"/>
                  </a:lnTo>
                  <a:lnTo>
                    <a:pt x="69533" y="368618"/>
                  </a:lnTo>
                  <a:lnTo>
                    <a:pt x="0" y="368618"/>
                  </a:lnTo>
                  <a:lnTo>
                    <a:pt x="137160" y="0"/>
                  </a:lnTo>
                  <a:close/>
                  <a:moveTo>
                    <a:pt x="116205" y="231458"/>
                  </a:moveTo>
                  <a:lnTo>
                    <a:pt x="223838" y="231458"/>
                  </a:lnTo>
                  <a:lnTo>
                    <a:pt x="170497"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62" name="Freihandform: Form 212"/>
            <p:cNvSpPr/>
            <p:nvPr/>
          </p:nvSpPr>
          <p:spPr>
            <a:xfrm>
              <a:off x="4812029" y="2525076"/>
              <a:ext cx="61912" cy="389572"/>
            </a:xfrm>
            <a:custGeom>
              <a:avLst/>
              <a:gdLst>
                <a:gd name="connsiteX0" fmla="*/ 61913 w 61912"/>
                <a:gd name="connsiteY0" fmla="*/ 389573 h 389572"/>
                <a:gd name="connsiteX1" fmla="*/ 0 w 61912"/>
                <a:gd name="connsiteY1" fmla="*/ 389573 h 389572"/>
                <a:gd name="connsiteX2" fmla="*/ 0 w 61912"/>
                <a:gd name="connsiteY2" fmla="*/ 14288 h 389572"/>
                <a:gd name="connsiteX3" fmla="*/ 61913 w 61912"/>
                <a:gd name="connsiteY3" fmla="*/ 0 h 389572"/>
                <a:gd name="connsiteX4" fmla="*/ 61913 w 61912"/>
                <a:gd name="connsiteY4" fmla="*/ 389573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3"/>
                  </a:moveTo>
                  <a:lnTo>
                    <a:pt x="0" y="389573"/>
                  </a:lnTo>
                  <a:lnTo>
                    <a:pt x="0" y="14288"/>
                  </a:lnTo>
                  <a:lnTo>
                    <a:pt x="61913" y="0"/>
                  </a:lnTo>
                  <a:lnTo>
                    <a:pt x="61913" y="389573"/>
                  </a:lnTo>
                  <a:close/>
                </a:path>
              </a:pathLst>
            </a:custGeom>
            <a:solidFill>
              <a:srgbClr val="041E42"/>
            </a:solidFill>
            <a:ln w="9525" cap="flat">
              <a:noFill/>
              <a:prstDash val="solid"/>
              <a:miter/>
            </a:ln>
          </p:spPr>
          <p:txBody>
            <a:bodyPr rtlCol="0" anchor="ctr"/>
            <a:lstStyle/>
            <a:p>
              <a:endParaRPr lang="de-DE"/>
            </a:p>
          </p:txBody>
        </p:sp>
        <p:sp>
          <p:nvSpPr>
            <p:cNvPr id="163" name="Freihandform: Form 213"/>
            <p:cNvSpPr/>
            <p:nvPr/>
          </p:nvSpPr>
          <p:spPr>
            <a:xfrm>
              <a:off x="4941569" y="2641281"/>
              <a:ext cx="242887" cy="279082"/>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3818 w 242887"/>
                <a:gd name="connsiteY5" fmla="*/ 160972 h 279082"/>
                <a:gd name="connsiteX6" fmla="*/ 133350 w 242887"/>
                <a:gd name="connsiteY6" fmla="*/ 225743 h 279082"/>
                <a:gd name="connsiteX7" fmla="*/ 199073 w 242887"/>
                <a:gd name="connsiteY7" fmla="*/ 194310 h 279082"/>
                <a:gd name="connsiteX8" fmla="*/ 238125 w 242887"/>
                <a:gd name="connsiteY8" fmla="*/ 235268 h 279082"/>
                <a:gd name="connsiteX9" fmla="*/ 132398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3818" y="160972"/>
                  </a:lnTo>
                  <a:cubicBezTo>
                    <a:pt x="70485" y="201930"/>
                    <a:pt x="95250" y="225743"/>
                    <a:pt x="133350" y="225743"/>
                  </a:cubicBezTo>
                  <a:cubicBezTo>
                    <a:pt x="158115" y="225743"/>
                    <a:pt x="178118" y="216218"/>
                    <a:pt x="199073" y="194310"/>
                  </a:cubicBezTo>
                  <a:lnTo>
                    <a:pt x="238125"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w="9525" cap="flat">
              <a:noFill/>
              <a:prstDash val="solid"/>
              <a:miter/>
            </a:ln>
          </p:spPr>
          <p:txBody>
            <a:bodyPr rtlCol="0" anchor="ctr"/>
            <a:lstStyle/>
            <a:p>
              <a:endParaRPr lang="de-DE"/>
            </a:p>
          </p:txBody>
        </p:sp>
        <p:sp>
          <p:nvSpPr>
            <p:cNvPr id="164" name="Freihandform: Form 214"/>
            <p:cNvSpPr/>
            <p:nvPr/>
          </p:nvSpPr>
          <p:spPr>
            <a:xfrm>
              <a:off x="5217794" y="2647949"/>
              <a:ext cx="255270" cy="266700"/>
            </a:xfrm>
            <a:custGeom>
              <a:avLst/>
              <a:gdLst>
                <a:gd name="connsiteX0" fmla="*/ 255270 w 255270"/>
                <a:gd name="connsiteY0" fmla="*/ 266700 h 266700"/>
                <a:gd name="connsiteX1" fmla="*/ 183833 w 255270"/>
                <a:gd name="connsiteY1" fmla="*/ 266700 h 266700"/>
                <a:gd name="connsiteX2" fmla="*/ 126683 w 255270"/>
                <a:gd name="connsiteY2" fmla="*/ 174308 h 266700"/>
                <a:gd name="connsiteX3" fmla="*/ 125730 w 255270"/>
                <a:gd name="connsiteY3" fmla="*/ 174308 h 266700"/>
                <a:gd name="connsiteX4" fmla="*/ 70485 w 255270"/>
                <a:gd name="connsiteY4" fmla="*/ 266700 h 266700"/>
                <a:gd name="connsiteX5" fmla="*/ 0 w 255270"/>
                <a:gd name="connsiteY5" fmla="*/ 266700 h 266700"/>
                <a:gd name="connsiteX6" fmla="*/ 91440 w 255270"/>
                <a:gd name="connsiteY6" fmla="*/ 128588 h 266700"/>
                <a:gd name="connsiteX7" fmla="*/ 6668 w 255270"/>
                <a:gd name="connsiteY7" fmla="*/ 0 h 266700"/>
                <a:gd name="connsiteX8" fmla="*/ 77153 w 255270"/>
                <a:gd name="connsiteY8" fmla="*/ 0 h 266700"/>
                <a:gd name="connsiteX9" fmla="*/ 127635 w 255270"/>
                <a:gd name="connsiteY9" fmla="*/ 81915 h 266700"/>
                <a:gd name="connsiteX10" fmla="*/ 128588 w 255270"/>
                <a:gd name="connsiteY10" fmla="*/ 81915 h 266700"/>
                <a:gd name="connsiteX11" fmla="*/ 178118 w 255270"/>
                <a:gd name="connsiteY11" fmla="*/ 0 h 266700"/>
                <a:gd name="connsiteX12" fmla="*/ 247650 w 255270"/>
                <a:gd name="connsiteY12" fmla="*/ 0 h 266700"/>
                <a:gd name="connsiteX13" fmla="*/ 163830 w 255270"/>
                <a:gd name="connsiteY13" fmla="*/ 127635 h 266700"/>
                <a:gd name="connsiteX14" fmla="*/ 255270 w 255270"/>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70" h="266700">
                  <a:moveTo>
                    <a:pt x="255270" y="266700"/>
                  </a:moveTo>
                  <a:lnTo>
                    <a:pt x="183833" y="266700"/>
                  </a:lnTo>
                  <a:lnTo>
                    <a:pt x="126683" y="174308"/>
                  </a:lnTo>
                  <a:lnTo>
                    <a:pt x="125730" y="174308"/>
                  </a:lnTo>
                  <a:lnTo>
                    <a:pt x="70485" y="266700"/>
                  </a:lnTo>
                  <a:lnTo>
                    <a:pt x="0" y="266700"/>
                  </a:lnTo>
                  <a:lnTo>
                    <a:pt x="91440" y="128588"/>
                  </a:lnTo>
                  <a:lnTo>
                    <a:pt x="6668" y="0"/>
                  </a:lnTo>
                  <a:lnTo>
                    <a:pt x="77153" y="0"/>
                  </a:lnTo>
                  <a:lnTo>
                    <a:pt x="127635" y="81915"/>
                  </a:lnTo>
                  <a:lnTo>
                    <a:pt x="128588" y="81915"/>
                  </a:lnTo>
                  <a:lnTo>
                    <a:pt x="178118"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65" name="Freihandform: Form 215"/>
            <p:cNvSpPr/>
            <p:nvPr/>
          </p:nvSpPr>
          <p:spPr>
            <a:xfrm>
              <a:off x="5506402" y="2641281"/>
              <a:ext cx="225742" cy="279082"/>
            </a:xfrm>
            <a:custGeom>
              <a:avLst/>
              <a:gdLst>
                <a:gd name="connsiteX0" fmla="*/ 114300 w 225742"/>
                <a:gd name="connsiteY0" fmla="*/ 107632 h 279082"/>
                <a:gd name="connsiteX1" fmla="*/ 164782 w 225742"/>
                <a:gd name="connsiteY1" fmla="*/ 113347 h 279082"/>
                <a:gd name="connsiteX2" fmla="*/ 164782 w 225742"/>
                <a:gd name="connsiteY2" fmla="*/ 103822 h 279082"/>
                <a:gd name="connsiteX3" fmla="*/ 105728 w 225742"/>
                <a:gd name="connsiteY3" fmla="*/ 52388 h 279082"/>
                <a:gd name="connsiteX4" fmla="*/ 38100 w 225742"/>
                <a:gd name="connsiteY4" fmla="*/ 67628 h 279082"/>
                <a:gd name="connsiteX5" fmla="*/ 24765 w 225742"/>
                <a:gd name="connsiteY5" fmla="*/ 15240 h 279082"/>
                <a:gd name="connsiteX6" fmla="*/ 112395 w 225742"/>
                <a:gd name="connsiteY6" fmla="*/ 0 h 279082"/>
                <a:gd name="connsiteX7" fmla="*/ 225742 w 225742"/>
                <a:gd name="connsiteY7" fmla="*/ 102870 h 279082"/>
                <a:gd name="connsiteX8" fmla="*/ 225742 w 225742"/>
                <a:gd name="connsiteY8" fmla="*/ 273368 h 279082"/>
                <a:gd name="connsiteX9" fmla="*/ 166688 w 225742"/>
                <a:gd name="connsiteY9" fmla="*/ 273368 h 279082"/>
                <a:gd name="connsiteX10" fmla="*/ 166688 w 225742"/>
                <a:gd name="connsiteY10" fmla="*/ 244793 h 279082"/>
                <a:gd name="connsiteX11" fmla="*/ 165735 w 225742"/>
                <a:gd name="connsiteY11" fmla="*/ 244793 h 279082"/>
                <a:gd name="connsiteX12" fmla="*/ 87630 w 225742"/>
                <a:gd name="connsiteY12" fmla="*/ 279083 h 279082"/>
                <a:gd name="connsiteX13" fmla="*/ 0 w 225742"/>
                <a:gd name="connsiteY13" fmla="*/ 194310 h 279082"/>
                <a:gd name="connsiteX14" fmla="*/ 114300 w 225742"/>
                <a:gd name="connsiteY14" fmla="*/ 107632 h 279082"/>
                <a:gd name="connsiteX15" fmla="*/ 103822 w 225742"/>
                <a:gd name="connsiteY15" fmla="*/ 232410 h 279082"/>
                <a:gd name="connsiteX16" fmla="*/ 164782 w 225742"/>
                <a:gd name="connsiteY16" fmla="*/ 200025 h 279082"/>
                <a:gd name="connsiteX17" fmla="*/ 164782 w 225742"/>
                <a:gd name="connsiteY17" fmla="*/ 154305 h 279082"/>
                <a:gd name="connsiteX18" fmla="*/ 120967 w 225742"/>
                <a:gd name="connsiteY18" fmla="*/ 149543 h 279082"/>
                <a:gd name="connsiteX19" fmla="*/ 59055 w 225742"/>
                <a:gd name="connsiteY19" fmla="*/ 193358 h 279082"/>
                <a:gd name="connsiteX20" fmla="*/ 103822 w 225742"/>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42" h="279082">
                  <a:moveTo>
                    <a:pt x="114300" y="107632"/>
                  </a:moveTo>
                  <a:cubicBezTo>
                    <a:pt x="131445" y="107632"/>
                    <a:pt x="147638" y="108585"/>
                    <a:pt x="164782" y="113347"/>
                  </a:cubicBezTo>
                  <a:lnTo>
                    <a:pt x="164782" y="103822"/>
                  </a:lnTo>
                  <a:cubicBezTo>
                    <a:pt x="164782" y="69532"/>
                    <a:pt x="144780" y="52388"/>
                    <a:pt x="105728" y="52388"/>
                  </a:cubicBezTo>
                  <a:cubicBezTo>
                    <a:pt x="83820" y="52388"/>
                    <a:pt x="60007" y="57150"/>
                    <a:pt x="38100" y="67628"/>
                  </a:cubicBezTo>
                  <a:lnTo>
                    <a:pt x="24765" y="15240"/>
                  </a:lnTo>
                  <a:cubicBezTo>
                    <a:pt x="49530" y="5715"/>
                    <a:pt x="81915" y="0"/>
                    <a:pt x="112395" y="0"/>
                  </a:cubicBezTo>
                  <a:cubicBezTo>
                    <a:pt x="187642" y="0"/>
                    <a:pt x="225742" y="35243"/>
                    <a:pt x="225742" y="102870"/>
                  </a:cubicBezTo>
                  <a:lnTo>
                    <a:pt x="225742" y="273368"/>
                  </a:lnTo>
                  <a:lnTo>
                    <a:pt x="166688" y="273368"/>
                  </a:lnTo>
                  <a:lnTo>
                    <a:pt x="166688" y="244793"/>
                  </a:lnTo>
                  <a:lnTo>
                    <a:pt x="165735" y="244793"/>
                  </a:lnTo>
                  <a:cubicBezTo>
                    <a:pt x="142875" y="268605"/>
                    <a:pt x="119063" y="279083"/>
                    <a:pt x="87630" y="279083"/>
                  </a:cubicBezTo>
                  <a:cubicBezTo>
                    <a:pt x="34290" y="279083"/>
                    <a:pt x="0" y="245745"/>
                    <a:pt x="0" y="194310"/>
                  </a:cubicBezTo>
                  <a:cubicBezTo>
                    <a:pt x="0" y="138113"/>
                    <a:pt x="40005" y="107632"/>
                    <a:pt x="114300" y="107632"/>
                  </a:cubicBezTo>
                  <a:close/>
                  <a:moveTo>
                    <a:pt x="103822" y="232410"/>
                  </a:moveTo>
                  <a:cubicBezTo>
                    <a:pt x="126682" y="232410"/>
                    <a:pt x="147638" y="220980"/>
                    <a:pt x="164782" y="200025"/>
                  </a:cubicBezTo>
                  <a:lnTo>
                    <a:pt x="164782" y="154305"/>
                  </a:lnTo>
                  <a:cubicBezTo>
                    <a:pt x="150495" y="150495"/>
                    <a:pt x="135255" y="149543"/>
                    <a:pt x="120967" y="149543"/>
                  </a:cubicBezTo>
                  <a:cubicBezTo>
                    <a:pt x="81915" y="149543"/>
                    <a:pt x="59055" y="164783"/>
                    <a:pt x="59055" y="193358"/>
                  </a:cubicBezTo>
                  <a:cubicBezTo>
                    <a:pt x="59055" y="217170"/>
                    <a:pt x="76200" y="232410"/>
                    <a:pt x="103822" y="232410"/>
                  </a:cubicBezTo>
                  <a:close/>
                </a:path>
              </a:pathLst>
            </a:custGeom>
            <a:solidFill>
              <a:srgbClr val="041E42"/>
            </a:solidFill>
            <a:ln w="9525" cap="flat">
              <a:noFill/>
              <a:prstDash val="solid"/>
              <a:miter/>
            </a:ln>
          </p:spPr>
          <p:txBody>
            <a:bodyPr rtlCol="0" anchor="ctr"/>
            <a:lstStyle/>
            <a:p>
              <a:endParaRPr lang="de-DE"/>
            </a:p>
          </p:txBody>
        </p:sp>
        <p:sp>
          <p:nvSpPr>
            <p:cNvPr id="166" name="Freihandform: Form 216"/>
            <p:cNvSpPr/>
            <p:nvPr/>
          </p:nvSpPr>
          <p:spPr>
            <a:xfrm>
              <a:off x="5812154" y="2642234"/>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7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7" y="55245"/>
                    <a:pt x="117157" y="55245"/>
                  </a:cubicBezTo>
                  <a:cubicBezTo>
                    <a:pt x="73342" y="55245"/>
                    <a:pt x="61913" y="90488"/>
                    <a:pt x="61913" y="120015"/>
                  </a:cubicBezTo>
                  <a:lnTo>
                    <a:pt x="61913" y="273367"/>
                  </a:lnTo>
                  <a:lnTo>
                    <a:pt x="0" y="273367"/>
                  </a:lnTo>
                  <a:lnTo>
                    <a:pt x="0" y="6667"/>
                  </a:lnTo>
                  <a:lnTo>
                    <a:pt x="61913" y="6667"/>
                  </a:lnTo>
                  <a:lnTo>
                    <a:pt x="61913" y="39052"/>
                  </a:lnTo>
                  <a:lnTo>
                    <a:pt x="62865" y="39052"/>
                  </a:lnTo>
                  <a:cubicBezTo>
                    <a:pt x="79057" y="15240"/>
                    <a:pt x="106680" y="0"/>
                    <a:pt x="140970" y="0"/>
                  </a:cubicBezTo>
                  <a:cubicBezTo>
                    <a:pt x="201930" y="0"/>
                    <a:pt x="228600" y="44767"/>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7" name="Freihandform: Form 217"/>
            <p:cNvSpPr/>
            <p:nvPr/>
          </p:nvSpPr>
          <p:spPr>
            <a:xfrm>
              <a:off x="6106477" y="2524124"/>
              <a:ext cx="248602" cy="396239"/>
            </a:xfrm>
            <a:custGeom>
              <a:avLst/>
              <a:gdLst>
                <a:gd name="connsiteX0" fmla="*/ 0 w 248602"/>
                <a:gd name="connsiteY0" fmla="*/ 256223 h 396239"/>
                <a:gd name="connsiteX1" fmla="*/ 108585 w 248602"/>
                <a:gd name="connsiteY1" fmla="*/ 117157 h 396239"/>
                <a:gd name="connsiteX2" fmla="*/ 185738 w 248602"/>
                <a:gd name="connsiteY2" fmla="*/ 153352 h 396239"/>
                <a:gd name="connsiteX3" fmla="*/ 186690 w 248602"/>
                <a:gd name="connsiteY3" fmla="*/ 153352 h 396239"/>
                <a:gd name="connsiteX4" fmla="*/ 186690 w 248602"/>
                <a:gd name="connsiteY4" fmla="*/ 16193 h 396239"/>
                <a:gd name="connsiteX5" fmla="*/ 248603 w 248602"/>
                <a:gd name="connsiteY5" fmla="*/ 0 h 396239"/>
                <a:gd name="connsiteX6" fmla="*/ 248603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6223 h 396239"/>
                <a:gd name="connsiteX12" fmla="*/ 61913 w 248602"/>
                <a:gd name="connsiteY12" fmla="*/ 256223 h 396239"/>
                <a:gd name="connsiteX13" fmla="*/ 123825 w 248602"/>
                <a:gd name="connsiteY13" fmla="*/ 341948 h 396239"/>
                <a:gd name="connsiteX14" fmla="*/ 187642 w 248602"/>
                <a:gd name="connsiteY14" fmla="*/ 306705 h 396239"/>
                <a:gd name="connsiteX15" fmla="*/ 187642 w 248602"/>
                <a:gd name="connsiteY15" fmla="*/ 208598 h 396239"/>
                <a:gd name="connsiteX16" fmla="*/ 123825 w 248602"/>
                <a:gd name="connsiteY16" fmla="*/ 173355 h 396239"/>
                <a:gd name="connsiteX17" fmla="*/ 61913 w 248602"/>
                <a:gd name="connsiteY17" fmla="*/ 256223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6223"/>
                  </a:moveTo>
                  <a:cubicBezTo>
                    <a:pt x="0" y="170498"/>
                    <a:pt x="43815" y="117157"/>
                    <a:pt x="108585" y="117157"/>
                  </a:cubicBezTo>
                  <a:cubicBezTo>
                    <a:pt x="141922" y="117157"/>
                    <a:pt x="168592" y="131445"/>
                    <a:pt x="185738" y="153352"/>
                  </a:cubicBezTo>
                  <a:lnTo>
                    <a:pt x="186690" y="153352"/>
                  </a:lnTo>
                  <a:lnTo>
                    <a:pt x="186690" y="16193"/>
                  </a:lnTo>
                  <a:lnTo>
                    <a:pt x="248603" y="0"/>
                  </a:lnTo>
                  <a:lnTo>
                    <a:pt x="248603" y="389573"/>
                  </a:lnTo>
                  <a:lnTo>
                    <a:pt x="187642" y="389573"/>
                  </a:lnTo>
                  <a:lnTo>
                    <a:pt x="187642" y="358140"/>
                  </a:lnTo>
                  <a:lnTo>
                    <a:pt x="186690" y="358140"/>
                  </a:lnTo>
                  <a:cubicBezTo>
                    <a:pt x="167640" y="381953"/>
                    <a:pt x="140017" y="396240"/>
                    <a:pt x="106680" y="396240"/>
                  </a:cubicBezTo>
                  <a:cubicBezTo>
                    <a:pt x="43815" y="396240"/>
                    <a:pt x="0" y="341948"/>
                    <a:pt x="0" y="256223"/>
                  </a:cubicBezTo>
                  <a:close/>
                  <a:moveTo>
                    <a:pt x="61913" y="256223"/>
                  </a:moveTo>
                  <a:cubicBezTo>
                    <a:pt x="61913" y="310515"/>
                    <a:pt x="84772" y="341948"/>
                    <a:pt x="123825" y="341948"/>
                  </a:cubicBezTo>
                  <a:cubicBezTo>
                    <a:pt x="147638" y="341948"/>
                    <a:pt x="167640" y="330517"/>
                    <a:pt x="187642" y="306705"/>
                  </a:cubicBezTo>
                  <a:lnTo>
                    <a:pt x="187642" y="208598"/>
                  </a:lnTo>
                  <a:cubicBezTo>
                    <a:pt x="169545" y="184785"/>
                    <a:pt x="149542" y="173355"/>
                    <a:pt x="123825" y="173355"/>
                  </a:cubicBezTo>
                  <a:cubicBezTo>
                    <a:pt x="83820" y="173355"/>
                    <a:pt x="61913" y="202883"/>
                    <a:pt x="61913" y="256223"/>
                  </a:cubicBezTo>
                  <a:close/>
                </a:path>
              </a:pathLst>
            </a:custGeom>
            <a:solidFill>
              <a:srgbClr val="041E42"/>
            </a:solidFill>
            <a:ln w="9525" cap="flat">
              <a:noFill/>
              <a:prstDash val="solid"/>
              <a:miter/>
            </a:ln>
          </p:spPr>
          <p:txBody>
            <a:bodyPr rtlCol="0" anchor="ctr"/>
            <a:lstStyle/>
            <a:p>
              <a:endParaRPr lang="de-DE"/>
            </a:p>
          </p:txBody>
        </p:sp>
        <p:sp>
          <p:nvSpPr>
            <p:cNvPr id="168" name="Freihandform: Form 218"/>
            <p:cNvSpPr/>
            <p:nvPr/>
          </p:nvSpPr>
          <p:spPr>
            <a:xfrm>
              <a:off x="6423659" y="2641281"/>
              <a:ext cx="242887" cy="279082"/>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7" y="225743"/>
                    <a:pt x="132397" y="225743"/>
                  </a:cubicBezTo>
                  <a:cubicBezTo>
                    <a:pt x="157163" y="225743"/>
                    <a:pt x="177165" y="216218"/>
                    <a:pt x="198120" y="194310"/>
                  </a:cubicBezTo>
                  <a:lnTo>
                    <a:pt x="237172" y="235268"/>
                  </a:lnTo>
                  <a:cubicBezTo>
                    <a:pt x="206693" y="264795"/>
                    <a:pt x="172403" y="279083"/>
                    <a:pt x="132397" y="279083"/>
                  </a:cubicBezTo>
                  <a:close/>
                  <a:moveTo>
                    <a:pt x="61913" y="115253"/>
                  </a:moveTo>
                  <a:lnTo>
                    <a:pt x="182880" y="115253"/>
                  </a:lnTo>
                  <a:cubicBezTo>
                    <a:pt x="180022" y="74295"/>
                    <a:pt x="159068" y="50482"/>
                    <a:pt x="123825" y="50482"/>
                  </a:cubicBezTo>
                  <a:cubicBezTo>
                    <a:pt x="89535" y="50482"/>
                    <a:pt x="67628" y="74295"/>
                    <a:pt x="61913" y="115253"/>
                  </a:cubicBezTo>
                  <a:close/>
                </a:path>
              </a:pathLst>
            </a:custGeom>
            <a:solidFill>
              <a:srgbClr val="041E42"/>
            </a:solidFill>
            <a:ln w="9525" cap="flat">
              <a:noFill/>
              <a:prstDash val="solid"/>
              <a:miter/>
            </a:ln>
          </p:spPr>
          <p:txBody>
            <a:bodyPr rtlCol="0" anchor="ctr"/>
            <a:lstStyle/>
            <a:p>
              <a:endParaRPr lang="de-DE"/>
            </a:p>
          </p:txBody>
        </p:sp>
        <p:sp>
          <p:nvSpPr>
            <p:cNvPr id="169" name="Freihandform: Form 219"/>
            <p:cNvSpPr/>
            <p:nvPr/>
          </p:nvSpPr>
          <p:spPr>
            <a:xfrm>
              <a:off x="6737031" y="2641039"/>
              <a:ext cx="160019" cy="272657"/>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39065"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70" name="Freihandform: Form 220"/>
            <p:cNvSpPr/>
            <p:nvPr/>
          </p:nvSpPr>
          <p:spPr>
            <a:xfrm>
              <a:off x="6936104" y="2721291"/>
              <a:ext cx="130492" cy="59055"/>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71" name="Freihandform: Form 221"/>
            <p:cNvSpPr/>
            <p:nvPr/>
          </p:nvSpPr>
          <p:spPr>
            <a:xfrm>
              <a:off x="7145654" y="2545079"/>
              <a:ext cx="288607" cy="375284"/>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2"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72" name="Freihandform: Form 222"/>
            <p:cNvSpPr/>
            <p:nvPr/>
          </p:nvSpPr>
          <p:spPr>
            <a:xfrm>
              <a:off x="7517129" y="2642234"/>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7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9057" y="15240"/>
                    <a:pt x="106680" y="0"/>
                    <a:pt x="140970" y="0"/>
                  </a:cubicBezTo>
                  <a:cubicBezTo>
                    <a:pt x="201930" y="0"/>
                    <a:pt x="228600" y="44767"/>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73" name="Freihandform: Form 223"/>
            <p:cNvSpPr/>
            <p:nvPr/>
          </p:nvSpPr>
          <p:spPr>
            <a:xfrm>
              <a:off x="7816214" y="2528887"/>
              <a:ext cx="79057" cy="385762"/>
            </a:xfrm>
            <a:custGeom>
              <a:avLst/>
              <a:gdLst>
                <a:gd name="connsiteX0" fmla="*/ 79058 w 79057"/>
                <a:gd name="connsiteY0" fmla="*/ 38100 h 385762"/>
                <a:gd name="connsiteX1" fmla="*/ 39053 w 79057"/>
                <a:gd name="connsiteY1" fmla="*/ 76200 h 385762"/>
                <a:gd name="connsiteX2" fmla="*/ 0 w 79057"/>
                <a:gd name="connsiteY2" fmla="*/ 38100 h 385762"/>
                <a:gd name="connsiteX3" fmla="*/ 39053 w 79057"/>
                <a:gd name="connsiteY3" fmla="*/ 0 h 385762"/>
                <a:gd name="connsiteX4" fmla="*/ 79058 w 79057"/>
                <a:gd name="connsiteY4" fmla="*/ 38100 h 385762"/>
                <a:gd name="connsiteX5" fmla="*/ 70485 w 79057"/>
                <a:gd name="connsiteY5" fmla="*/ 385763 h 385762"/>
                <a:gd name="connsiteX6" fmla="*/ 8573 w 79057"/>
                <a:gd name="connsiteY6" fmla="*/ 385763 h 385762"/>
                <a:gd name="connsiteX7" fmla="*/ 8573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5763"/>
                  </a:moveTo>
                  <a:lnTo>
                    <a:pt x="8573" y="385763"/>
                  </a:lnTo>
                  <a:lnTo>
                    <a:pt x="8573"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174" name="Freihandform: Form 224"/>
            <p:cNvSpPr/>
            <p:nvPr/>
          </p:nvSpPr>
          <p:spPr>
            <a:xfrm>
              <a:off x="7940039" y="2647949"/>
              <a:ext cx="259080" cy="266700"/>
            </a:xfrm>
            <a:custGeom>
              <a:avLst/>
              <a:gdLst>
                <a:gd name="connsiteX0" fmla="*/ 259080 w 259080"/>
                <a:gd name="connsiteY0" fmla="*/ 0 h 266700"/>
                <a:gd name="connsiteX1" fmla="*/ 161925 w 259080"/>
                <a:gd name="connsiteY1" fmla="*/ 266700 h 266700"/>
                <a:gd name="connsiteX2" fmla="*/ 97155 w 259080"/>
                <a:gd name="connsiteY2" fmla="*/ 266700 h 266700"/>
                <a:gd name="connsiteX3" fmla="*/ 0 w 259080"/>
                <a:gd name="connsiteY3" fmla="*/ 0 h 266700"/>
                <a:gd name="connsiteX4" fmla="*/ 68580 w 259080"/>
                <a:gd name="connsiteY4" fmla="*/ 0 h 266700"/>
                <a:gd name="connsiteX5" fmla="*/ 129540 w 259080"/>
                <a:gd name="connsiteY5" fmla="*/ 193358 h 266700"/>
                <a:gd name="connsiteX6" fmla="*/ 130493 w 259080"/>
                <a:gd name="connsiteY6" fmla="*/ 193358 h 266700"/>
                <a:gd name="connsiteX7" fmla="*/ 191453 w 259080"/>
                <a:gd name="connsiteY7" fmla="*/ 0 h 266700"/>
                <a:gd name="connsiteX8" fmla="*/ 259080 w 259080"/>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 h="266700">
                  <a:moveTo>
                    <a:pt x="259080" y="0"/>
                  </a:moveTo>
                  <a:lnTo>
                    <a:pt x="161925" y="266700"/>
                  </a:lnTo>
                  <a:lnTo>
                    <a:pt x="97155" y="266700"/>
                  </a:lnTo>
                  <a:lnTo>
                    <a:pt x="0" y="0"/>
                  </a:lnTo>
                  <a:lnTo>
                    <a:pt x="68580" y="0"/>
                  </a:lnTo>
                  <a:lnTo>
                    <a:pt x="129540" y="193358"/>
                  </a:lnTo>
                  <a:lnTo>
                    <a:pt x="130493" y="193358"/>
                  </a:lnTo>
                  <a:lnTo>
                    <a:pt x="191453" y="0"/>
                  </a:lnTo>
                  <a:lnTo>
                    <a:pt x="259080" y="0"/>
                  </a:lnTo>
                  <a:close/>
                </a:path>
              </a:pathLst>
            </a:custGeom>
            <a:solidFill>
              <a:srgbClr val="041E42"/>
            </a:solidFill>
            <a:ln w="9525" cap="flat">
              <a:noFill/>
              <a:prstDash val="solid"/>
              <a:miter/>
            </a:ln>
          </p:spPr>
          <p:txBody>
            <a:bodyPr rtlCol="0" anchor="ctr"/>
            <a:lstStyle/>
            <a:p>
              <a:endParaRPr lang="de-DE"/>
            </a:p>
          </p:txBody>
        </p:sp>
        <p:sp>
          <p:nvSpPr>
            <p:cNvPr id="175" name="Freihandform: Form 225"/>
            <p:cNvSpPr/>
            <p:nvPr/>
          </p:nvSpPr>
          <p:spPr>
            <a:xfrm>
              <a:off x="8227694" y="2641281"/>
              <a:ext cx="242887" cy="279082"/>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3818 w 242887"/>
                <a:gd name="connsiteY5" fmla="*/ 160972 h 279082"/>
                <a:gd name="connsiteX6" fmla="*/ 133350 w 242887"/>
                <a:gd name="connsiteY6" fmla="*/ 225743 h 279082"/>
                <a:gd name="connsiteX7" fmla="*/ 199073 w 242887"/>
                <a:gd name="connsiteY7" fmla="*/ 194310 h 279082"/>
                <a:gd name="connsiteX8" fmla="*/ 238125 w 242887"/>
                <a:gd name="connsiteY8" fmla="*/ 235268 h 279082"/>
                <a:gd name="connsiteX9" fmla="*/ 132398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3818" y="160972"/>
                  </a:lnTo>
                  <a:cubicBezTo>
                    <a:pt x="70485" y="201930"/>
                    <a:pt x="95250" y="225743"/>
                    <a:pt x="133350" y="225743"/>
                  </a:cubicBezTo>
                  <a:cubicBezTo>
                    <a:pt x="158115" y="225743"/>
                    <a:pt x="178118" y="216218"/>
                    <a:pt x="199073" y="194310"/>
                  </a:cubicBezTo>
                  <a:lnTo>
                    <a:pt x="238125"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w="9525" cap="flat">
              <a:noFill/>
              <a:prstDash val="solid"/>
              <a:miter/>
            </a:ln>
          </p:spPr>
          <p:txBody>
            <a:bodyPr rtlCol="0" anchor="ctr"/>
            <a:lstStyle/>
            <a:p>
              <a:endParaRPr lang="de-DE"/>
            </a:p>
          </p:txBody>
        </p:sp>
        <p:sp>
          <p:nvSpPr>
            <p:cNvPr id="176" name="Freihandform: Form 226"/>
            <p:cNvSpPr/>
            <p:nvPr/>
          </p:nvSpPr>
          <p:spPr>
            <a:xfrm>
              <a:off x="8539162" y="2641039"/>
              <a:ext cx="161925" cy="272657"/>
            </a:xfrm>
            <a:custGeom>
              <a:avLst/>
              <a:gdLst>
                <a:gd name="connsiteX0" fmla="*/ 161925 w 161925"/>
                <a:gd name="connsiteY0" fmla="*/ 5005 h 272657"/>
                <a:gd name="connsiteX1" fmla="*/ 152400 w 161925"/>
                <a:gd name="connsiteY1" fmla="*/ 68823 h 272657"/>
                <a:gd name="connsiteX2" fmla="*/ 118110 w 161925"/>
                <a:gd name="connsiteY2" fmla="*/ 60250 h 272657"/>
                <a:gd name="connsiteX3" fmla="*/ 63818 w 161925"/>
                <a:gd name="connsiteY3" fmla="*/ 135498 h 272657"/>
                <a:gd name="connsiteX4" fmla="*/ 63818 w 161925"/>
                <a:gd name="connsiteY4" fmla="*/ 272658 h 272657"/>
                <a:gd name="connsiteX5" fmla="*/ 0 w 161925"/>
                <a:gd name="connsiteY5" fmla="*/ 272658 h 272657"/>
                <a:gd name="connsiteX6" fmla="*/ 0 w 161925"/>
                <a:gd name="connsiteY6" fmla="*/ 5958 h 272657"/>
                <a:gd name="connsiteX7" fmla="*/ 60960 w 161925"/>
                <a:gd name="connsiteY7" fmla="*/ 5958 h 272657"/>
                <a:gd name="connsiteX8" fmla="*/ 60960 w 161925"/>
                <a:gd name="connsiteY8" fmla="*/ 40248 h 272657"/>
                <a:gd name="connsiteX9" fmla="*/ 61913 w 161925"/>
                <a:gd name="connsiteY9" fmla="*/ 40248 h 272657"/>
                <a:gd name="connsiteX10" fmla="*/ 131445 w 161925"/>
                <a:gd name="connsiteY10" fmla="*/ 243 h 272657"/>
                <a:gd name="connsiteX11" fmla="*/ 161925 w 161925"/>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925" h="272657">
                  <a:moveTo>
                    <a:pt x="161925" y="5005"/>
                  </a:moveTo>
                  <a:lnTo>
                    <a:pt x="152400" y="68823"/>
                  </a:lnTo>
                  <a:cubicBezTo>
                    <a:pt x="142875" y="64060"/>
                    <a:pt x="131445" y="60250"/>
                    <a:pt x="118110" y="60250"/>
                  </a:cubicBezTo>
                  <a:cubicBezTo>
                    <a:pt x="75248" y="60250"/>
                    <a:pt x="63818" y="94540"/>
                    <a:pt x="63818" y="135498"/>
                  </a:cubicBezTo>
                  <a:lnTo>
                    <a:pt x="63818" y="272658"/>
                  </a:lnTo>
                  <a:lnTo>
                    <a:pt x="0" y="272658"/>
                  </a:lnTo>
                  <a:lnTo>
                    <a:pt x="0" y="5958"/>
                  </a:lnTo>
                  <a:lnTo>
                    <a:pt x="60960" y="5958"/>
                  </a:lnTo>
                  <a:lnTo>
                    <a:pt x="60960" y="40248"/>
                  </a:lnTo>
                  <a:lnTo>
                    <a:pt x="61913" y="40248"/>
                  </a:lnTo>
                  <a:cubicBezTo>
                    <a:pt x="76200" y="15483"/>
                    <a:pt x="100965" y="243"/>
                    <a:pt x="131445" y="243"/>
                  </a:cubicBezTo>
                  <a:cubicBezTo>
                    <a:pt x="140970" y="-710"/>
                    <a:pt x="152400" y="1195"/>
                    <a:pt x="161925" y="5005"/>
                  </a:cubicBezTo>
                  <a:close/>
                </a:path>
              </a:pathLst>
            </a:custGeom>
            <a:solidFill>
              <a:srgbClr val="041E42"/>
            </a:solidFill>
            <a:ln w="9525" cap="flat">
              <a:noFill/>
              <a:prstDash val="solid"/>
              <a:miter/>
            </a:ln>
          </p:spPr>
          <p:txBody>
            <a:bodyPr rtlCol="0" anchor="ctr"/>
            <a:lstStyle/>
            <a:p>
              <a:endParaRPr lang="de-DE"/>
            </a:p>
          </p:txBody>
        </p:sp>
        <p:sp>
          <p:nvSpPr>
            <p:cNvPr id="177" name="Freihandform: Form 227"/>
            <p:cNvSpPr/>
            <p:nvPr/>
          </p:nvSpPr>
          <p:spPr>
            <a:xfrm>
              <a:off x="8729662" y="2640329"/>
              <a:ext cx="205739" cy="280034"/>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3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8" y="218122"/>
                    <a:pt x="80963" y="227647"/>
                    <a:pt x="104775" y="227647"/>
                  </a:cubicBezTo>
                  <a:cubicBezTo>
                    <a:pt x="127635" y="227647"/>
                    <a:pt x="143827" y="217170"/>
                    <a:pt x="143827" y="200978"/>
                  </a:cubicBezTo>
                  <a:cubicBezTo>
                    <a:pt x="143827" y="155258"/>
                    <a:pt x="10477" y="171450"/>
                    <a:pt x="10477" y="82868"/>
                  </a:cubicBezTo>
                  <a:cubicBezTo>
                    <a:pt x="10477" y="33338"/>
                    <a:pt x="51435" y="0"/>
                    <a:pt x="111443" y="0"/>
                  </a:cubicBezTo>
                  <a:cubicBezTo>
                    <a:pt x="143827" y="0"/>
                    <a:pt x="175260" y="9525"/>
                    <a:pt x="203835" y="27622"/>
                  </a:cubicBezTo>
                  <a:lnTo>
                    <a:pt x="174307" y="76200"/>
                  </a:lnTo>
                  <a:cubicBezTo>
                    <a:pt x="151448" y="60007"/>
                    <a:pt x="130493"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78" name="Freihandform: Form 228"/>
            <p:cNvSpPr/>
            <p:nvPr/>
          </p:nvSpPr>
          <p:spPr>
            <a:xfrm>
              <a:off x="8993504" y="2528887"/>
              <a:ext cx="79057" cy="385762"/>
            </a:xfrm>
            <a:custGeom>
              <a:avLst/>
              <a:gdLst>
                <a:gd name="connsiteX0" fmla="*/ 79057 w 79057"/>
                <a:gd name="connsiteY0" fmla="*/ 38100 h 385762"/>
                <a:gd name="connsiteX1" fmla="*/ 39052 w 79057"/>
                <a:gd name="connsiteY1" fmla="*/ 76200 h 385762"/>
                <a:gd name="connsiteX2" fmla="*/ 0 w 79057"/>
                <a:gd name="connsiteY2" fmla="*/ 38100 h 385762"/>
                <a:gd name="connsiteX3" fmla="*/ 39052 w 79057"/>
                <a:gd name="connsiteY3" fmla="*/ 0 h 385762"/>
                <a:gd name="connsiteX4" fmla="*/ 79057 w 79057"/>
                <a:gd name="connsiteY4" fmla="*/ 38100 h 385762"/>
                <a:gd name="connsiteX5" fmla="*/ 70485 w 79057"/>
                <a:gd name="connsiteY5" fmla="*/ 385763 h 385762"/>
                <a:gd name="connsiteX6" fmla="*/ 8572 w 79057"/>
                <a:gd name="connsiteY6" fmla="*/ 385763 h 385762"/>
                <a:gd name="connsiteX7" fmla="*/ 8572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7" y="38100"/>
                  </a:moveTo>
                  <a:cubicBezTo>
                    <a:pt x="79057" y="60007"/>
                    <a:pt x="60960" y="76200"/>
                    <a:pt x="39052" y="76200"/>
                  </a:cubicBezTo>
                  <a:cubicBezTo>
                    <a:pt x="17145" y="76200"/>
                    <a:pt x="0" y="60960"/>
                    <a:pt x="0" y="38100"/>
                  </a:cubicBezTo>
                  <a:cubicBezTo>
                    <a:pt x="0" y="16193"/>
                    <a:pt x="18097" y="0"/>
                    <a:pt x="39052" y="0"/>
                  </a:cubicBezTo>
                  <a:cubicBezTo>
                    <a:pt x="60960" y="0"/>
                    <a:pt x="79057" y="16193"/>
                    <a:pt x="79057" y="38100"/>
                  </a:cubicBezTo>
                  <a:close/>
                  <a:moveTo>
                    <a:pt x="70485" y="385763"/>
                  </a:moveTo>
                  <a:lnTo>
                    <a:pt x="8572" y="385763"/>
                  </a:lnTo>
                  <a:lnTo>
                    <a:pt x="8572"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179" name="Freihandform: Form 229"/>
            <p:cNvSpPr/>
            <p:nvPr/>
          </p:nvSpPr>
          <p:spPr>
            <a:xfrm>
              <a:off x="9117329" y="2562224"/>
              <a:ext cx="165734" cy="358139"/>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8 w 165734"/>
                <a:gd name="connsiteY9" fmla="*/ 0 h 358139"/>
                <a:gd name="connsiteX10" fmla="*/ 101918 w 165734"/>
                <a:gd name="connsiteY10" fmla="*/ 86677 h 358139"/>
                <a:gd name="connsiteX11" fmla="*/ 165735 w 165734"/>
                <a:gd name="connsiteY11" fmla="*/ 86677 h 358139"/>
                <a:gd name="connsiteX12" fmla="*/ 165735 w 165734"/>
                <a:gd name="connsiteY12" fmla="*/ 138113 h 358139"/>
                <a:gd name="connsiteX13" fmla="*/ 101918 w 165734"/>
                <a:gd name="connsiteY13" fmla="*/ 138113 h 358139"/>
                <a:gd name="connsiteX14" fmla="*/ 101918 w 165734"/>
                <a:gd name="connsiteY14" fmla="*/ 269558 h 358139"/>
                <a:gd name="connsiteX15" fmla="*/ 130493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80" name="Freihandform: Form 230"/>
            <p:cNvSpPr/>
            <p:nvPr/>
          </p:nvSpPr>
          <p:spPr>
            <a:xfrm>
              <a:off x="9331642" y="2533649"/>
              <a:ext cx="225742" cy="386714"/>
            </a:xfrm>
            <a:custGeom>
              <a:avLst/>
              <a:gdLst>
                <a:gd name="connsiteX0" fmla="*/ 114300 w 225742"/>
                <a:gd name="connsiteY0" fmla="*/ 215265 h 386714"/>
                <a:gd name="connsiteX1" fmla="*/ 164782 w 225742"/>
                <a:gd name="connsiteY1" fmla="*/ 220980 h 386714"/>
                <a:gd name="connsiteX2" fmla="*/ 164782 w 225742"/>
                <a:gd name="connsiteY2" fmla="*/ 211455 h 386714"/>
                <a:gd name="connsiteX3" fmla="*/ 105727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4775 w 225742"/>
                <a:gd name="connsiteY20" fmla="*/ 340042 h 386714"/>
                <a:gd name="connsiteX21" fmla="*/ 165735 w 225742"/>
                <a:gd name="connsiteY21" fmla="*/ 307658 h 386714"/>
                <a:gd name="connsiteX22" fmla="*/ 165735 w 225742"/>
                <a:gd name="connsiteY22" fmla="*/ 261938 h 386714"/>
                <a:gd name="connsiteX23" fmla="*/ 121920 w 225742"/>
                <a:gd name="connsiteY23" fmla="*/ 257175 h 386714"/>
                <a:gd name="connsiteX24" fmla="*/ 60007 w 225742"/>
                <a:gd name="connsiteY24" fmla="*/ 300990 h 386714"/>
                <a:gd name="connsiteX25" fmla="*/ 104775 w 225742"/>
                <a:gd name="connsiteY25" fmla="*/ 340042 h 386714"/>
                <a:gd name="connsiteX26" fmla="*/ 173355 w 225742"/>
                <a:gd name="connsiteY26" fmla="*/ 72390 h 386714"/>
                <a:gd name="connsiteX27" fmla="*/ 136207 w 225742"/>
                <a:gd name="connsiteY27" fmla="*/ 36195 h 386714"/>
                <a:gd name="connsiteX28" fmla="*/ 173355 w 225742"/>
                <a:gd name="connsiteY28" fmla="*/ 0 h 386714"/>
                <a:gd name="connsiteX29" fmla="*/ 210502 w 225742"/>
                <a:gd name="connsiteY29" fmla="*/ 36195 h 386714"/>
                <a:gd name="connsiteX30" fmla="*/ 173355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2" y="220980"/>
                  </a:cubicBezTo>
                  <a:lnTo>
                    <a:pt x="164782" y="211455"/>
                  </a:lnTo>
                  <a:cubicBezTo>
                    <a:pt x="164782" y="177165"/>
                    <a:pt x="144780" y="160020"/>
                    <a:pt x="105727" y="160020"/>
                  </a:cubicBezTo>
                  <a:cubicBezTo>
                    <a:pt x="83820" y="160020"/>
                    <a:pt x="60007"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4775" y="340042"/>
                  </a:moveTo>
                  <a:cubicBezTo>
                    <a:pt x="127635" y="340042"/>
                    <a:pt x="148590" y="328613"/>
                    <a:pt x="165735" y="307658"/>
                  </a:cubicBezTo>
                  <a:lnTo>
                    <a:pt x="165735" y="261938"/>
                  </a:lnTo>
                  <a:cubicBezTo>
                    <a:pt x="151447" y="258127"/>
                    <a:pt x="136207" y="257175"/>
                    <a:pt x="121920" y="257175"/>
                  </a:cubicBezTo>
                  <a:cubicBezTo>
                    <a:pt x="82868" y="257175"/>
                    <a:pt x="60007" y="272415"/>
                    <a:pt x="60007" y="300990"/>
                  </a:cubicBezTo>
                  <a:cubicBezTo>
                    <a:pt x="60007" y="324803"/>
                    <a:pt x="77152" y="340042"/>
                    <a:pt x="104775" y="340042"/>
                  </a:cubicBezTo>
                  <a:close/>
                  <a:moveTo>
                    <a:pt x="173355" y="72390"/>
                  </a:moveTo>
                  <a:cubicBezTo>
                    <a:pt x="153352" y="72390"/>
                    <a:pt x="136207" y="55245"/>
                    <a:pt x="136207" y="36195"/>
                  </a:cubicBezTo>
                  <a:cubicBezTo>
                    <a:pt x="136207" y="17145"/>
                    <a:pt x="153352" y="0"/>
                    <a:pt x="173355" y="0"/>
                  </a:cubicBezTo>
                  <a:cubicBezTo>
                    <a:pt x="193357" y="0"/>
                    <a:pt x="210502" y="17145"/>
                    <a:pt x="210502" y="36195"/>
                  </a:cubicBezTo>
                  <a:cubicBezTo>
                    <a:pt x="210502" y="56198"/>
                    <a:pt x="192405" y="72390"/>
                    <a:pt x="173355" y="72390"/>
                  </a:cubicBezTo>
                  <a:close/>
                </a:path>
              </a:pathLst>
            </a:custGeom>
            <a:solidFill>
              <a:srgbClr val="041E42"/>
            </a:solidFill>
            <a:ln w="9525" cap="flat">
              <a:noFill/>
              <a:prstDash val="solid"/>
              <a:miter/>
            </a:ln>
          </p:spPr>
          <p:txBody>
            <a:bodyPr rtlCol="0" anchor="ctr"/>
            <a:lstStyle/>
            <a:p>
              <a:endParaRPr lang="de-DE"/>
            </a:p>
          </p:txBody>
        </p:sp>
        <p:sp>
          <p:nvSpPr>
            <p:cNvPr id="181" name="Freihandform: Form 231"/>
            <p:cNvSpPr/>
            <p:nvPr/>
          </p:nvSpPr>
          <p:spPr>
            <a:xfrm>
              <a:off x="9605962" y="2562224"/>
              <a:ext cx="166687" cy="358139"/>
            </a:xfrm>
            <a:custGeom>
              <a:avLst/>
              <a:gdLst>
                <a:gd name="connsiteX0" fmla="*/ 166688 w 166687"/>
                <a:gd name="connsiteY0" fmla="*/ 295275 h 358139"/>
                <a:gd name="connsiteX1" fmla="*/ 166688 w 166687"/>
                <a:gd name="connsiteY1" fmla="*/ 348615 h 358139"/>
                <a:gd name="connsiteX2" fmla="*/ 114300 w 166687"/>
                <a:gd name="connsiteY2" fmla="*/ 358140 h 358139"/>
                <a:gd name="connsiteX3" fmla="*/ 41910 w 166687"/>
                <a:gd name="connsiteY3" fmla="*/ 282892 h 358139"/>
                <a:gd name="connsiteX4" fmla="*/ 41910 w 166687"/>
                <a:gd name="connsiteY4" fmla="*/ 137160 h 358139"/>
                <a:gd name="connsiteX5" fmla="*/ 0 w 166687"/>
                <a:gd name="connsiteY5" fmla="*/ 137160 h 358139"/>
                <a:gd name="connsiteX6" fmla="*/ 0 w 166687"/>
                <a:gd name="connsiteY6" fmla="*/ 85725 h 358139"/>
                <a:gd name="connsiteX7" fmla="*/ 40005 w 166687"/>
                <a:gd name="connsiteY7" fmla="*/ 85725 h 358139"/>
                <a:gd name="connsiteX8" fmla="*/ 40005 w 166687"/>
                <a:gd name="connsiteY8" fmla="*/ 13335 h 358139"/>
                <a:gd name="connsiteX9" fmla="*/ 101918 w 166687"/>
                <a:gd name="connsiteY9" fmla="*/ 0 h 358139"/>
                <a:gd name="connsiteX10" fmla="*/ 101918 w 166687"/>
                <a:gd name="connsiteY10" fmla="*/ 86677 h 358139"/>
                <a:gd name="connsiteX11" fmla="*/ 165735 w 166687"/>
                <a:gd name="connsiteY11" fmla="*/ 86677 h 358139"/>
                <a:gd name="connsiteX12" fmla="*/ 165735 w 166687"/>
                <a:gd name="connsiteY12" fmla="*/ 138113 h 358139"/>
                <a:gd name="connsiteX13" fmla="*/ 101918 w 166687"/>
                <a:gd name="connsiteY13" fmla="*/ 138113 h 358139"/>
                <a:gd name="connsiteX14" fmla="*/ 101918 w 166687"/>
                <a:gd name="connsiteY14" fmla="*/ 269558 h 358139"/>
                <a:gd name="connsiteX15" fmla="*/ 130493 w 166687"/>
                <a:gd name="connsiteY15" fmla="*/ 304800 h 358139"/>
                <a:gd name="connsiteX16" fmla="*/ 166688 w 166687"/>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687" h="358139">
                  <a:moveTo>
                    <a:pt x="166688" y="295275"/>
                  </a:moveTo>
                  <a:lnTo>
                    <a:pt x="166688" y="348615"/>
                  </a:lnTo>
                  <a:cubicBezTo>
                    <a:pt x="153352" y="355283"/>
                    <a:pt x="132398" y="358140"/>
                    <a:pt x="114300" y="358140"/>
                  </a:cubicBezTo>
                  <a:cubicBezTo>
                    <a:pt x="67627" y="358140"/>
                    <a:pt x="41910" y="331470"/>
                    <a:pt x="41910" y="282892"/>
                  </a:cubicBezTo>
                  <a:lnTo>
                    <a:pt x="41910"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3827" y="303848"/>
                    <a:pt x="156210" y="300038"/>
                    <a:pt x="166688" y="295275"/>
                  </a:cubicBezTo>
                  <a:close/>
                </a:path>
              </a:pathLst>
            </a:custGeom>
            <a:solidFill>
              <a:srgbClr val="041E42"/>
            </a:solidFill>
            <a:ln w="9525" cap="flat">
              <a:noFill/>
              <a:prstDash val="solid"/>
              <a:miter/>
            </a:ln>
          </p:spPr>
          <p:txBody>
            <a:bodyPr rtlCol="0" anchor="ctr"/>
            <a:lstStyle/>
            <a:p>
              <a:endParaRPr lang="de-DE"/>
            </a:p>
          </p:txBody>
        </p:sp>
        <p:sp>
          <p:nvSpPr>
            <p:cNvPr id="182" name="Freihandform: Form 232"/>
            <p:cNvSpPr/>
            <p:nvPr/>
          </p:nvSpPr>
          <p:spPr>
            <a:xfrm>
              <a:off x="2090737" y="3122294"/>
              <a:ext cx="231457" cy="368617"/>
            </a:xfrm>
            <a:custGeom>
              <a:avLst/>
              <a:gdLst>
                <a:gd name="connsiteX0" fmla="*/ 231458 w 231457"/>
                <a:gd name="connsiteY0" fmla="*/ 60007 h 368617"/>
                <a:gd name="connsiteX1" fmla="*/ 65723 w 231457"/>
                <a:gd name="connsiteY1" fmla="*/ 60007 h 368617"/>
                <a:gd name="connsiteX2" fmla="*/ 65723 w 231457"/>
                <a:gd name="connsiteY2" fmla="*/ 151447 h 368617"/>
                <a:gd name="connsiteX3" fmla="*/ 189548 w 231457"/>
                <a:gd name="connsiteY3" fmla="*/ 151447 h 368617"/>
                <a:gd name="connsiteX4" fmla="*/ 189548 w 231457"/>
                <a:gd name="connsiteY4" fmla="*/ 211455 h 368617"/>
                <a:gd name="connsiteX5" fmla="*/ 65723 w 231457"/>
                <a:gd name="connsiteY5" fmla="*/ 211455 h 368617"/>
                <a:gd name="connsiteX6" fmla="*/ 65723 w 231457"/>
                <a:gd name="connsiteY6" fmla="*/ 368617 h 368617"/>
                <a:gd name="connsiteX7" fmla="*/ 0 w 231457"/>
                <a:gd name="connsiteY7" fmla="*/ 368617 h 368617"/>
                <a:gd name="connsiteX8" fmla="*/ 0 w 231457"/>
                <a:gd name="connsiteY8" fmla="*/ 0 h 368617"/>
                <a:gd name="connsiteX9" fmla="*/ 231458 w 231457"/>
                <a:gd name="connsiteY9" fmla="*/ 0 h 368617"/>
                <a:gd name="connsiteX10" fmla="*/ 231458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8" y="60007"/>
                  </a:moveTo>
                  <a:lnTo>
                    <a:pt x="65723" y="60007"/>
                  </a:lnTo>
                  <a:lnTo>
                    <a:pt x="65723" y="151447"/>
                  </a:lnTo>
                  <a:lnTo>
                    <a:pt x="189548" y="151447"/>
                  </a:lnTo>
                  <a:lnTo>
                    <a:pt x="189548" y="211455"/>
                  </a:lnTo>
                  <a:lnTo>
                    <a:pt x="65723" y="211455"/>
                  </a:lnTo>
                  <a:lnTo>
                    <a:pt x="65723" y="368617"/>
                  </a:lnTo>
                  <a:lnTo>
                    <a:pt x="0" y="368617"/>
                  </a:lnTo>
                  <a:lnTo>
                    <a:pt x="0" y="0"/>
                  </a:lnTo>
                  <a:lnTo>
                    <a:pt x="231458" y="0"/>
                  </a:lnTo>
                  <a:lnTo>
                    <a:pt x="231458" y="60007"/>
                  </a:lnTo>
                  <a:close/>
                </a:path>
              </a:pathLst>
            </a:custGeom>
            <a:grpFill/>
            <a:ln w="9525" cap="flat">
              <a:noFill/>
              <a:prstDash val="solid"/>
              <a:miter/>
            </a:ln>
          </p:spPr>
          <p:txBody>
            <a:bodyPr rtlCol="0" anchor="ctr"/>
            <a:lstStyle/>
            <a:p>
              <a:endParaRPr lang="de-DE"/>
            </a:p>
          </p:txBody>
        </p:sp>
        <p:sp>
          <p:nvSpPr>
            <p:cNvPr id="183" name="Freihandform: Form 233"/>
            <p:cNvSpPr/>
            <p:nvPr/>
          </p:nvSpPr>
          <p:spPr>
            <a:xfrm>
              <a:off x="2334560" y="3217544"/>
              <a:ext cx="225758" cy="279082"/>
            </a:xfrm>
            <a:custGeom>
              <a:avLst/>
              <a:gdLst>
                <a:gd name="connsiteX0" fmla="*/ 114316 w 225758"/>
                <a:gd name="connsiteY0" fmla="*/ 107633 h 279082"/>
                <a:gd name="connsiteX1" fmla="*/ 164799 w 225758"/>
                <a:gd name="connsiteY1" fmla="*/ 113347 h 279082"/>
                <a:gd name="connsiteX2" fmla="*/ 164799 w 225758"/>
                <a:gd name="connsiteY2" fmla="*/ 103822 h 279082"/>
                <a:gd name="connsiteX3" fmla="*/ 105744 w 225758"/>
                <a:gd name="connsiteY3" fmla="*/ 52388 h 279082"/>
                <a:gd name="connsiteX4" fmla="*/ 38116 w 225758"/>
                <a:gd name="connsiteY4" fmla="*/ 67627 h 279082"/>
                <a:gd name="connsiteX5" fmla="*/ 24781 w 225758"/>
                <a:gd name="connsiteY5" fmla="*/ 15240 h 279082"/>
                <a:gd name="connsiteX6" fmla="*/ 112411 w 225758"/>
                <a:gd name="connsiteY6" fmla="*/ 0 h 279082"/>
                <a:gd name="connsiteX7" fmla="*/ 225759 w 225758"/>
                <a:gd name="connsiteY7" fmla="*/ 102870 h 279082"/>
                <a:gd name="connsiteX8" fmla="*/ 225759 w 225758"/>
                <a:gd name="connsiteY8" fmla="*/ 273367 h 279082"/>
                <a:gd name="connsiteX9" fmla="*/ 166704 w 225758"/>
                <a:gd name="connsiteY9" fmla="*/ 273367 h 279082"/>
                <a:gd name="connsiteX10" fmla="*/ 166704 w 225758"/>
                <a:gd name="connsiteY10" fmla="*/ 244792 h 279082"/>
                <a:gd name="connsiteX11" fmla="*/ 165751 w 225758"/>
                <a:gd name="connsiteY11" fmla="*/ 244792 h 279082"/>
                <a:gd name="connsiteX12" fmla="*/ 87646 w 225758"/>
                <a:gd name="connsiteY12" fmla="*/ 279083 h 279082"/>
                <a:gd name="connsiteX13" fmla="*/ 16 w 225758"/>
                <a:gd name="connsiteY13" fmla="*/ 194310 h 279082"/>
                <a:gd name="connsiteX14" fmla="*/ 114316 w 225758"/>
                <a:gd name="connsiteY14" fmla="*/ 107633 h 279082"/>
                <a:gd name="connsiteX15" fmla="*/ 103839 w 225758"/>
                <a:gd name="connsiteY15" fmla="*/ 232410 h 279082"/>
                <a:gd name="connsiteX16" fmla="*/ 164799 w 225758"/>
                <a:gd name="connsiteY16" fmla="*/ 200025 h 279082"/>
                <a:gd name="connsiteX17" fmla="*/ 164799 w 225758"/>
                <a:gd name="connsiteY17" fmla="*/ 153352 h 279082"/>
                <a:gd name="connsiteX18" fmla="*/ 120984 w 225758"/>
                <a:gd name="connsiteY18" fmla="*/ 148590 h 279082"/>
                <a:gd name="connsiteX19" fmla="*/ 59071 w 225758"/>
                <a:gd name="connsiteY19" fmla="*/ 192405 h 279082"/>
                <a:gd name="connsiteX20" fmla="*/ 103839 w 225758"/>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8" h="279082">
                  <a:moveTo>
                    <a:pt x="114316" y="107633"/>
                  </a:moveTo>
                  <a:cubicBezTo>
                    <a:pt x="131461" y="107633"/>
                    <a:pt x="147654" y="108585"/>
                    <a:pt x="164799" y="113347"/>
                  </a:cubicBezTo>
                  <a:lnTo>
                    <a:pt x="164799" y="103822"/>
                  </a:lnTo>
                  <a:cubicBezTo>
                    <a:pt x="164799" y="69532"/>
                    <a:pt x="144796" y="52388"/>
                    <a:pt x="105744" y="52388"/>
                  </a:cubicBezTo>
                  <a:cubicBezTo>
                    <a:pt x="83836" y="52388"/>
                    <a:pt x="60024" y="57150"/>
                    <a:pt x="38116" y="67627"/>
                  </a:cubicBezTo>
                  <a:lnTo>
                    <a:pt x="24781" y="15240"/>
                  </a:lnTo>
                  <a:cubicBezTo>
                    <a:pt x="49546" y="5715"/>
                    <a:pt x="81931" y="0"/>
                    <a:pt x="112411" y="0"/>
                  </a:cubicBezTo>
                  <a:cubicBezTo>
                    <a:pt x="187659" y="0"/>
                    <a:pt x="225759" y="35242"/>
                    <a:pt x="225759" y="102870"/>
                  </a:cubicBezTo>
                  <a:lnTo>
                    <a:pt x="225759" y="273367"/>
                  </a:lnTo>
                  <a:lnTo>
                    <a:pt x="166704" y="273367"/>
                  </a:lnTo>
                  <a:lnTo>
                    <a:pt x="166704" y="244792"/>
                  </a:lnTo>
                  <a:lnTo>
                    <a:pt x="165751" y="244792"/>
                  </a:lnTo>
                  <a:cubicBezTo>
                    <a:pt x="142891" y="268605"/>
                    <a:pt x="119079" y="279083"/>
                    <a:pt x="87646" y="279083"/>
                  </a:cubicBezTo>
                  <a:cubicBezTo>
                    <a:pt x="34306" y="279083"/>
                    <a:pt x="16" y="245745"/>
                    <a:pt x="16" y="194310"/>
                  </a:cubicBezTo>
                  <a:cubicBezTo>
                    <a:pt x="-936" y="138113"/>
                    <a:pt x="40021" y="107633"/>
                    <a:pt x="114316" y="107633"/>
                  </a:cubicBezTo>
                  <a:close/>
                  <a:moveTo>
                    <a:pt x="103839" y="232410"/>
                  </a:moveTo>
                  <a:cubicBezTo>
                    <a:pt x="126699" y="232410"/>
                    <a:pt x="147654" y="220980"/>
                    <a:pt x="164799" y="200025"/>
                  </a:cubicBezTo>
                  <a:lnTo>
                    <a:pt x="164799" y="153352"/>
                  </a:lnTo>
                  <a:cubicBezTo>
                    <a:pt x="150511" y="149542"/>
                    <a:pt x="135271" y="148590"/>
                    <a:pt x="120984" y="148590"/>
                  </a:cubicBezTo>
                  <a:cubicBezTo>
                    <a:pt x="81931" y="148590"/>
                    <a:pt x="59071" y="163830"/>
                    <a:pt x="59071" y="192405"/>
                  </a:cubicBezTo>
                  <a:cubicBezTo>
                    <a:pt x="59071" y="217170"/>
                    <a:pt x="76216" y="232410"/>
                    <a:pt x="103839" y="232410"/>
                  </a:cubicBezTo>
                  <a:close/>
                </a:path>
              </a:pathLst>
            </a:custGeom>
            <a:grpFill/>
            <a:ln w="9525" cap="flat">
              <a:noFill/>
              <a:prstDash val="solid"/>
              <a:miter/>
            </a:ln>
          </p:spPr>
          <p:txBody>
            <a:bodyPr rtlCol="0" anchor="ctr"/>
            <a:lstStyle/>
            <a:p>
              <a:endParaRPr lang="de-DE"/>
            </a:p>
          </p:txBody>
        </p:sp>
        <p:sp>
          <p:nvSpPr>
            <p:cNvPr id="184" name="Freihandform: Form 234"/>
            <p:cNvSpPr/>
            <p:nvPr/>
          </p:nvSpPr>
          <p:spPr>
            <a:xfrm>
              <a:off x="2625089" y="3216591"/>
              <a:ext cx="224789" cy="280035"/>
            </a:xfrm>
            <a:custGeom>
              <a:avLst/>
              <a:gdLst>
                <a:gd name="connsiteX0" fmla="*/ 222885 w 224789"/>
                <a:gd name="connsiteY0" fmla="*/ 237173 h 280035"/>
                <a:gd name="connsiteX1" fmla="*/ 127635 w 224789"/>
                <a:gd name="connsiteY1" fmla="*/ 280035 h 280035"/>
                <a:gd name="connsiteX2" fmla="*/ 0 w 224789"/>
                <a:gd name="connsiteY2" fmla="*/ 140970 h 280035"/>
                <a:gd name="connsiteX3" fmla="*/ 128588 w 224789"/>
                <a:gd name="connsiteY3" fmla="*/ 0 h 280035"/>
                <a:gd name="connsiteX4" fmla="*/ 224790 w 224789"/>
                <a:gd name="connsiteY4" fmla="*/ 45720 h 280035"/>
                <a:gd name="connsiteX5" fmla="*/ 181927 w 224789"/>
                <a:gd name="connsiteY5" fmla="*/ 86678 h 280035"/>
                <a:gd name="connsiteX6" fmla="*/ 128588 w 224789"/>
                <a:gd name="connsiteY6" fmla="*/ 57150 h 280035"/>
                <a:gd name="connsiteX7" fmla="*/ 62865 w 224789"/>
                <a:gd name="connsiteY7" fmla="*/ 140017 h 280035"/>
                <a:gd name="connsiteX8" fmla="*/ 128588 w 224789"/>
                <a:gd name="connsiteY8" fmla="*/ 222885 h 280035"/>
                <a:gd name="connsiteX9" fmla="*/ 183833 w 224789"/>
                <a:gd name="connsiteY9" fmla="*/ 193358 h 280035"/>
                <a:gd name="connsiteX10" fmla="*/ 222885 w 224789"/>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7" y="15240"/>
                    <a:pt x="224790" y="45720"/>
                  </a:cubicBezTo>
                  <a:lnTo>
                    <a:pt x="181927"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grpFill/>
            <a:ln w="9525" cap="flat">
              <a:noFill/>
              <a:prstDash val="solid"/>
              <a:miter/>
            </a:ln>
          </p:spPr>
          <p:txBody>
            <a:bodyPr rtlCol="0" anchor="ctr"/>
            <a:lstStyle/>
            <a:p>
              <a:endParaRPr lang="de-DE"/>
            </a:p>
          </p:txBody>
        </p:sp>
        <p:sp>
          <p:nvSpPr>
            <p:cNvPr id="185" name="Freihandform: Form 235"/>
            <p:cNvSpPr/>
            <p:nvPr/>
          </p:nvSpPr>
          <p:spPr>
            <a:xfrm>
              <a:off x="2904172" y="3100387"/>
              <a:ext cx="228599" cy="390525"/>
            </a:xfrm>
            <a:custGeom>
              <a:avLst/>
              <a:gdLst>
                <a:gd name="connsiteX0" fmla="*/ 228600 w 228599"/>
                <a:gd name="connsiteY0" fmla="*/ 390525 h 390525"/>
                <a:gd name="connsiteX1" fmla="*/ 166687 w 228599"/>
                <a:gd name="connsiteY1" fmla="*/ 390525 h 390525"/>
                <a:gd name="connsiteX2" fmla="*/ 166687 w 228599"/>
                <a:gd name="connsiteY2" fmla="*/ 238125 h 390525"/>
                <a:gd name="connsiteX3" fmla="*/ 117157 w 228599"/>
                <a:gd name="connsiteY3" fmla="*/ 173355 h 390525"/>
                <a:gd name="connsiteX4" fmla="*/ 61913 w 228599"/>
                <a:gd name="connsiteY4" fmla="*/ 238125 h 390525"/>
                <a:gd name="connsiteX5" fmla="*/ 61913 w 228599"/>
                <a:gd name="connsiteY5" fmla="*/ 390525 h 390525"/>
                <a:gd name="connsiteX6" fmla="*/ 0 w 228599"/>
                <a:gd name="connsiteY6" fmla="*/ 390525 h 390525"/>
                <a:gd name="connsiteX7" fmla="*/ 0 w 228599"/>
                <a:gd name="connsiteY7" fmla="*/ 16192 h 390525"/>
                <a:gd name="connsiteX8" fmla="*/ 61913 w 228599"/>
                <a:gd name="connsiteY8" fmla="*/ 0 h 390525"/>
                <a:gd name="connsiteX9" fmla="*/ 61913 w 228599"/>
                <a:gd name="connsiteY9" fmla="*/ 155258 h 390525"/>
                <a:gd name="connsiteX10" fmla="*/ 62865 w 228599"/>
                <a:gd name="connsiteY10" fmla="*/ 155258 h 390525"/>
                <a:gd name="connsiteX11" fmla="*/ 140970 w 228599"/>
                <a:gd name="connsiteY11" fmla="*/ 116205 h 390525"/>
                <a:gd name="connsiteX12" fmla="*/ 228600 w 228599"/>
                <a:gd name="connsiteY12" fmla="*/ 223838 h 390525"/>
                <a:gd name="connsiteX13" fmla="*/ 228600 w 228599"/>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599" h="390525">
                  <a:moveTo>
                    <a:pt x="228600" y="390525"/>
                  </a:moveTo>
                  <a:lnTo>
                    <a:pt x="166687" y="390525"/>
                  </a:lnTo>
                  <a:lnTo>
                    <a:pt x="166687" y="238125"/>
                  </a:lnTo>
                  <a:cubicBezTo>
                    <a:pt x="166687" y="199073"/>
                    <a:pt x="154305" y="173355"/>
                    <a:pt x="117157"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186" name="Freihandform: Form 236"/>
            <p:cNvSpPr/>
            <p:nvPr/>
          </p:nvSpPr>
          <p:spPr>
            <a:xfrm>
              <a:off x="3211829" y="3099434"/>
              <a:ext cx="249554" cy="397192"/>
            </a:xfrm>
            <a:custGeom>
              <a:avLst/>
              <a:gdLst>
                <a:gd name="connsiteX0" fmla="*/ 249555 w 249554"/>
                <a:gd name="connsiteY0" fmla="*/ 256223 h 397192"/>
                <a:gd name="connsiteX1" fmla="*/ 140970 w 249554"/>
                <a:gd name="connsiteY1" fmla="*/ 397193 h 397192"/>
                <a:gd name="connsiteX2" fmla="*/ 61913 w 249554"/>
                <a:gd name="connsiteY2" fmla="*/ 360045 h 397192"/>
                <a:gd name="connsiteX3" fmla="*/ 60008 w 249554"/>
                <a:gd name="connsiteY3" fmla="*/ 360045 h 397192"/>
                <a:gd name="connsiteX4" fmla="*/ 60008 w 249554"/>
                <a:gd name="connsiteY4" fmla="*/ 390525 h 397192"/>
                <a:gd name="connsiteX5" fmla="*/ 0 w 249554"/>
                <a:gd name="connsiteY5" fmla="*/ 390525 h 397192"/>
                <a:gd name="connsiteX6" fmla="*/ 0 w 249554"/>
                <a:gd name="connsiteY6" fmla="*/ 16192 h 397192"/>
                <a:gd name="connsiteX7" fmla="*/ 61913 w 249554"/>
                <a:gd name="connsiteY7" fmla="*/ 0 h 397192"/>
                <a:gd name="connsiteX8" fmla="*/ 61913 w 249554"/>
                <a:gd name="connsiteY8" fmla="*/ 154305 h 397192"/>
                <a:gd name="connsiteX9" fmla="*/ 62865 w 249554"/>
                <a:gd name="connsiteY9" fmla="*/ 154305 h 397192"/>
                <a:gd name="connsiteX10" fmla="*/ 140970 w 249554"/>
                <a:gd name="connsiteY10" fmla="*/ 116205 h 397192"/>
                <a:gd name="connsiteX11" fmla="*/ 249555 w 249554"/>
                <a:gd name="connsiteY11" fmla="*/ 256223 h 397192"/>
                <a:gd name="connsiteX12" fmla="*/ 187642 w 249554"/>
                <a:gd name="connsiteY12" fmla="*/ 257175 h 397192"/>
                <a:gd name="connsiteX13" fmla="*/ 125730 w 249554"/>
                <a:gd name="connsiteY13" fmla="*/ 173355 h 397192"/>
                <a:gd name="connsiteX14" fmla="*/ 62865 w 249554"/>
                <a:gd name="connsiteY14" fmla="*/ 207645 h 397192"/>
                <a:gd name="connsiteX15" fmla="*/ 62865 w 249554"/>
                <a:gd name="connsiteY15" fmla="*/ 305753 h 397192"/>
                <a:gd name="connsiteX16" fmla="*/ 126683 w 249554"/>
                <a:gd name="connsiteY16" fmla="*/ 341948 h 397192"/>
                <a:gd name="connsiteX17" fmla="*/ 187642 w 249554"/>
                <a:gd name="connsiteY17" fmla="*/ 257175 h 39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9554" h="397192">
                  <a:moveTo>
                    <a:pt x="249555" y="256223"/>
                  </a:moveTo>
                  <a:cubicBezTo>
                    <a:pt x="249555" y="341948"/>
                    <a:pt x="205740" y="397193"/>
                    <a:pt x="140970" y="397193"/>
                  </a:cubicBezTo>
                  <a:cubicBezTo>
                    <a:pt x="107633" y="397193"/>
                    <a:pt x="80010" y="382905"/>
                    <a:pt x="61913" y="360045"/>
                  </a:cubicBezTo>
                  <a:lnTo>
                    <a:pt x="60008" y="360045"/>
                  </a:lnTo>
                  <a:lnTo>
                    <a:pt x="60008" y="390525"/>
                  </a:lnTo>
                  <a:lnTo>
                    <a:pt x="0" y="390525"/>
                  </a:lnTo>
                  <a:lnTo>
                    <a:pt x="0" y="16192"/>
                  </a:lnTo>
                  <a:lnTo>
                    <a:pt x="61913" y="0"/>
                  </a:lnTo>
                  <a:lnTo>
                    <a:pt x="61913" y="154305"/>
                  </a:lnTo>
                  <a:lnTo>
                    <a:pt x="62865" y="154305"/>
                  </a:lnTo>
                  <a:cubicBezTo>
                    <a:pt x="80963" y="130492"/>
                    <a:pt x="107633" y="116205"/>
                    <a:pt x="140970" y="116205"/>
                  </a:cubicBezTo>
                  <a:cubicBezTo>
                    <a:pt x="205740" y="117157"/>
                    <a:pt x="249555" y="169545"/>
                    <a:pt x="249555" y="256223"/>
                  </a:cubicBezTo>
                  <a:close/>
                  <a:moveTo>
                    <a:pt x="187642" y="257175"/>
                  </a:moveTo>
                  <a:cubicBezTo>
                    <a:pt x="187642" y="201930"/>
                    <a:pt x="164783" y="173355"/>
                    <a:pt x="125730" y="173355"/>
                  </a:cubicBezTo>
                  <a:cubicBezTo>
                    <a:pt x="101917" y="173355"/>
                    <a:pt x="81915" y="183832"/>
                    <a:pt x="62865" y="207645"/>
                  </a:cubicBezTo>
                  <a:lnTo>
                    <a:pt x="62865" y="305753"/>
                  </a:lnTo>
                  <a:cubicBezTo>
                    <a:pt x="80963" y="329565"/>
                    <a:pt x="100965" y="341948"/>
                    <a:pt x="126683" y="341948"/>
                  </a:cubicBezTo>
                  <a:cubicBezTo>
                    <a:pt x="166688" y="341948"/>
                    <a:pt x="187642" y="310515"/>
                    <a:pt x="187642" y="257175"/>
                  </a:cubicBezTo>
                  <a:close/>
                </a:path>
              </a:pathLst>
            </a:custGeom>
            <a:grpFill/>
            <a:ln w="9525" cap="flat">
              <a:noFill/>
              <a:prstDash val="solid"/>
              <a:miter/>
            </a:ln>
          </p:spPr>
          <p:txBody>
            <a:bodyPr rtlCol="0" anchor="ctr"/>
            <a:lstStyle/>
            <a:p>
              <a:endParaRPr lang="de-DE"/>
            </a:p>
          </p:txBody>
        </p:sp>
        <p:sp>
          <p:nvSpPr>
            <p:cNvPr id="187" name="Freihandform: Form 237"/>
            <p:cNvSpPr/>
            <p:nvPr/>
          </p:nvSpPr>
          <p:spPr>
            <a:xfrm>
              <a:off x="3515677"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188" name="Freihandform: Form 238"/>
            <p:cNvSpPr/>
            <p:nvPr/>
          </p:nvSpPr>
          <p:spPr>
            <a:xfrm>
              <a:off x="3829049" y="3217301"/>
              <a:ext cx="160020" cy="273610"/>
            </a:xfrm>
            <a:custGeom>
              <a:avLst/>
              <a:gdLst>
                <a:gd name="connsiteX0" fmla="*/ 160020 w 160020"/>
                <a:gd name="connsiteY0" fmla="*/ 5005 h 273610"/>
                <a:gd name="connsiteX1" fmla="*/ 150495 w 160020"/>
                <a:gd name="connsiteY1" fmla="*/ 68823 h 273610"/>
                <a:gd name="connsiteX2" fmla="*/ 116205 w 160020"/>
                <a:gd name="connsiteY2" fmla="*/ 60250 h 273610"/>
                <a:gd name="connsiteX3" fmla="*/ 61913 w 160020"/>
                <a:gd name="connsiteY3" fmla="*/ 135498 h 273610"/>
                <a:gd name="connsiteX4" fmla="*/ 61913 w 160020"/>
                <a:gd name="connsiteY4" fmla="*/ 273610 h 273610"/>
                <a:gd name="connsiteX5" fmla="*/ 0 w 160020"/>
                <a:gd name="connsiteY5" fmla="*/ 273610 h 273610"/>
                <a:gd name="connsiteX6" fmla="*/ 0 w 160020"/>
                <a:gd name="connsiteY6" fmla="*/ 6910 h 273610"/>
                <a:gd name="connsiteX7" fmla="*/ 60960 w 160020"/>
                <a:gd name="connsiteY7" fmla="*/ 6910 h 273610"/>
                <a:gd name="connsiteX8" fmla="*/ 60960 w 160020"/>
                <a:gd name="connsiteY8" fmla="*/ 40248 h 273610"/>
                <a:gd name="connsiteX9" fmla="*/ 61913 w 160020"/>
                <a:gd name="connsiteY9" fmla="*/ 40248 h 273610"/>
                <a:gd name="connsiteX10" fmla="*/ 131445 w 160020"/>
                <a:gd name="connsiteY10" fmla="*/ 243 h 273610"/>
                <a:gd name="connsiteX11" fmla="*/ 160020 w 160020"/>
                <a:gd name="connsiteY11" fmla="*/ 5005 h 273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3610">
                  <a:moveTo>
                    <a:pt x="160020" y="5005"/>
                  </a:moveTo>
                  <a:lnTo>
                    <a:pt x="150495" y="68823"/>
                  </a:lnTo>
                  <a:cubicBezTo>
                    <a:pt x="140970" y="64060"/>
                    <a:pt x="129540" y="60250"/>
                    <a:pt x="116205" y="60250"/>
                  </a:cubicBezTo>
                  <a:cubicBezTo>
                    <a:pt x="73342" y="60250"/>
                    <a:pt x="61913" y="94540"/>
                    <a:pt x="61913" y="135498"/>
                  </a:cubicBezTo>
                  <a:lnTo>
                    <a:pt x="61913" y="273610"/>
                  </a:lnTo>
                  <a:lnTo>
                    <a:pt x="0" y="273610"/>
                  </a:lnTo>
                  <a:lnTo>
                    <a:pt x="0" y="6910"/>
                  </a:lnTo>
                  <a:lnTo>
                    <a:pt x="60960" y="6910"/>
                  </a:lnTo>
                  <a:lnTo>
                    <a:pt x="60960" y="40248"/>
                  </a:lnTo>
                  <a:lnTo>
                    <a:pt x="61913" y="40248"/>
                  </a:lnTo>
                  <a:cubicBezTo>
                    <a:pt x="76200" y="15483"/>
                    <a:pt x="100965" y="243"/>
                    <a:pt x="131445" y="243"/>
                  </a:cubicBezTo>
                  <a:cubicBezTo>
                    <a:pt x="139065" y="-710"/>
                    <a:pt x="150495" y="1195"/>
                    <a:pt x="160020" y="5005"/>
                  </a:cubicBezTo>
                  <a:close/>
                </a:path>
              </a:pathLst>
            </a:custGeom>
            <a:grpFill/>
            <a:ln w="9525" cap="flat">
              <a:noFill/>
              <a:prstDash val="solid"/>
              <a:miter/>
            </a:ln>
          </p:spPr>
          <p:txBody>
            <a:bodyPr rtlCol="0" anchor="ctr"/>
            <a:lstStyle/>
            <a:p>
              <a:endParaRPr lang="de-DE"/>
            </a:p>
          </p:txBody>
        </p:sp>
        <p:sp>
          <p:nvSpPr>
            <p:cNvPr id="189" name="Freihandform: Form 239"/>
            <p:cNvSpPr/>
            <p:nvPr/>
          </p:nvSpPr>
          <p:spPr>
            <a:xfrm>
              <a:off x="4022407"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7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3 w 242887"/>
                <a:gd name="connsiteY8" fmla="*/ 235267 h 279082"/>
                <a:gd name="connsiteX9" fmla="*/ 132397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3" y="0"/>
                    <a:pt x="124777" y="0"/>
                  </a:cubicBezTo>
                  <a:cubicBezTo>
                    <a:pt x="196215" y="0"/>
                    <a:pt x="242887" y="53340"/>
                    <a:pt x="242887" y="135255"/>
                  </a:cubicBezTo>
                  <a:cubicBezTo>
                    <a:pt x="242887" y="143827"/>
                    <a:pt x="241935" y="153352"/>
                    <a:pt x="241935" y="160972"/>
                  </a:cubicBezTo>
                  <a:lnTo>
                    <a:pt x="62865" y="160972"/>
                  </a:lnTo>
                  <a:cubicBezTo>
                    <a:pt x="69533" y="201930"/>
                    <a:pt x="94297" y="225742"/>
                    <a:pt x="132397" y="225742"/>
                  </a:cubicBezTo>
                  <a:cubicBezTo>
                    <a:pt x="157163" y="225742"/>
                    <a:pt x="177165" y="216217"/>
                    <a:pt x="198120" y="194310"/>
                  </a:cubicBezTo>
                  <a:lnTo>
                    <a:pt x="237173" y="235267"/>
                  </a:lnTo>
                  <a:cubicBezTo>
                    <a:pt x="207645" y="264795"/>
                    <a:pt x="173355" y="279083"/>
                    <a:pt x="132397" y="279083"/>
                  </a:cubicBezTo>
                  <a:close/>
                  <a:moveTo>
                    <a:pt x="62865" y="115252"/>
                  </a:moveTo>
                  <a:lnTo>
                    <a:pt x="183833" y="115252"/>
                  </a:lnTo>
                  <a:cubicBezTo>
                    <a:pt x="180975" y="74295"/>
                    <a:pt x="160020" y="50482"/>
                    <a:pt x="124777" y="50482"/>
                  </a:cubicBezTo>
                  <a:cubicBezTo>
                    <a:pt x="90488" y="50482"/>
                    <a:pt x="68580" y="74295"/>
                    <a:pt x="62865" y="115252"/>
                  </a:cubicBezTo>
                  <a:close/>
                </a:path>
              </a:pathLst>
            </a:custGeom>
            <a:grpFill/>
            <a:ln w="9525" cap="flat">
              <a:noFill/>
              <a:prstDash val="solid"/>
              <a:miter/>
            </a:ln>
          </p:spPr>
          <p:txBody>
            <a:bodyPr rtlCol="0" anchor="ctr"/>
            <a:lstStyle/>
            <a:p>
              <a:endParaRPr lang="de-DE"/>
            </a:p>
          </p:txBody>
        </p:sp>
        <p:sp>
          <p:nvSpPr>
            <p:cNvPr id="202" name="Freihandform: Form 240"/>
            <p:cNvSpPr/>
            <p:nvPr/>
          </p:nvSpPr>
          <p:spPr>
            <a:xfrm>
              <a:off x="4325302" y="3105149"/>
              <a:ext cx="79057" cy="385762"/>
            </a:xfrm>
            <a:custGeom>
              <a:avLst/>
              <a:gdLst>
                <a:gd name="connsiteX0" fmla="*/ 79057 w 79057"/>
                <a:gd name="connsiteY0" fmla="*/ 38100 h 385762"/>
                <a:gd name="connsiteX1" fmla="*/ 39053 w 79057"/>
                <a:gd name="connsiteY1" fmla="*/ 76200 h 385762"/>
                <a:gd name="connsiteX2" fmla="*/ 0 w 79057"/>
                <a:gd name="connsiteY2" fmla="*/ 38100 h 385762"/>
                <a:gd name="connsiteX3" fmla="*/ 39053 w 79057"/>
                <a:gd name="connsiteY3" fmla="*/ 0 h 385762"/>
                <a:gd name="connsiteX4" fmla="*/ 79057 w 79057"/>
                <a:gd name="connsiteY4" fmla="*/ 38100 h 385762"/>
                <a:gd name="connsiteX5" fmla="*/ 71438 w 79057"/>
                <a:gd name="connsiteY5" fmla="*/ 385763 h 385762"/>
                <a:gd name="connsiteX6" fmla="*/ 9525 w 79057"/>
                <a:gd name="connsiteY6" fmla="*/ 385763 h 385762"/>
                <a:gd name="connsiteX7" fmla="*/ 9525 w 79057"/>
                <a:gd name="connsiteY7" fmla="*/ 119063 h 385762"/>
                <a:gd name="connsiteX8" fmla="*/ 71438 w 79057"/>
                <a:gd name="connsiteY8" fmla="*/ 119063 h 385762"/>
                <a:gd name="connsiteX9" fmla="*/ 71438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7" y="38100"/>
                  </a:moveTo>
                  <a:cubicBezTo>
                    <a:pt x="79057" y="60008"/>
                    <a:pt x="60960" y="76200"/>
                    <a:pt x="39053" y="76200"/>
                  </a:cubicBezTo>
                  <a:cubicBezTo>
                    <a:pt x="17145" y="76200"/>
                    <a:pt x="0" y="60960"/>
                    <a:pt x="0" y="38100"/>
                  </a:cubicBezTo>
                  <a:cubicBezTo>
                    <a:pt x="0" y="16192"/>
                    <a:pt x="18097" y="0"/>
                    <a:pt x="39053" y="0"/>
                  </a:cubicBezTo>
                  <a:cubicBezTo>
                    <a:pt x="61913" y="0"/>
                    <a:pt x="79057" y="16192"/>
                    <a:pt x="79057" y="38100"/>
                  </a:cubicBezTo>
                  <a:close/>
                  <a:moveTo>
                    <a:pt x="71438" y="385763"/>
                  </a:moveTo>
                  <a:lnTo>
                    <a:pt x="9525" y="385763"/>
                  </a:lnTo>
                  <a:lnTo>
                    <a:pt x="9525" y="119063"/>
                  </a:lnTo>
                  <a:lnTo>
                    <a:pt x="71438" y="119063"/>
                  </a:lnTo>
                  <a:lnTo>
                    <a:pt x="71438" y="385763"/>
                  </a:lnTo>
                  <a:close/>
                </a:path>
              </a:pathLst>
            </a:custGeom>
            <a:grpFill/>
            <a:ln w="9525" cap="flat">
              <a:noFill/>
              <a:prstDash val="solid"/>
              <a:miter/>
            </a:ln>
          </p:spPr>
          <p:txBody>
            <a:bodyPr rtlCol="0" anchor="ctr"/>
            <a:lstStyle/>
            <a:p>
              <a:endParaRPr lang="de-DE"/>
            </a:p>
          </p:txBody>
        </p:sp>
        <p:sp>
          <p:nvSpPr>
            <p:cNvPr id="203" name="Freihandform: Form 241"/>
            <p:cNvSpPr/>
            <p:nvPr/>
          </p:nvSpPr>
          <p:spPr>
            <a:xfrm>
              <a:off x="4463414" y="3216591"/>
              <a:ext cx="224790" cy="280035"/>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204" name="Freihandform: Form 242"/>
            <p:cNvSpPr/>
            <p:nvPr/>
          </p:nvSpPr>
          <p:spPr>
            <a:xfrm>
              <a:off x="4742496" y="3100387"/>
              <a:ext cx="228600" cy="390525"/>
            </a:xfrm>
            <a:custGeom>
              <a:avLst/>
              <a:gdLst>
                <a:gd name="connsiteX0" fmla="*/ 228600 w 228600"/>
                <a:gd name="connsiteY0" fmla="*/ 390525 h 390525"/>
                <a:gd name="connsiteX1" fmla="*/ 166688 w 228600"/>
                <a:gd name="connsiteY1" fmla="*/ 390525 h 390525"/>
                <a:gd name="connsiteX2" fmla="*/ 166688 w 228600"/>
                <a:gd name="connsiteY2" fmla="*/ 238125 h 390525"/>
                <a:gd name="connsiteX3" fmla="*/ 117158 w 228600"/>
                <a:gd name="connsiteY3" fmla="*/ 173355 h 390525"/>
                <a:gd name="connsiteX4" fmla="*/ 61913 w 228600"/>
                <a:gd name="connsiteY4" fmla="*/ 238125 h 390525"/>
                <a:gd name="connsiteX5" fmla="*/ 61913 w 228600"/>
                <a:gd name="connsiteY5" fmla="*/ 390525 h 390525"/>
                <a:gd name="connsiteX6" fmla="*/ 0 w 228600"/>
                <a:gd name="connsiteY6" fmla="*/ 390525 h 390525"/>
                <a:gd name="connsiteX7" fmla="*/ 0 w 228600"/>
                <a:gd name="connsiteY7" fmla="*/ 16192 h 390525"/>
                <a:gd name="connsiteX8" fmla="*/ 61913 w 228600"/>
                <a:gd name="connsiteY8" fmla="*/ 0 h 390525"/>
                <a:gd name="connsiteX9" fmla="*/ 61913 w 228600"/>
                <a:gd name="connsiteY9" fmla="*/ 155258 h 390525"/>
                <a:gd name="connsiteX10" fmla="*/ 62865 w 228600"/>
                <a:gd name="connsiteY10" fmla="*/ 155258 h 390525"/>
                <a:gd name="connsiteX11" fmla="*/ 140970 w 228600"/>
                <a:gd name="connsiteY11" fmla="*/ 116205 h 390525"/>
                <a:gd name="connsiteX12" fmla="*/ 228600 w 228600"/>
                <a:gd name="connsiteY12" fmla="*/ 223838 h 390525"/>
                <a:gd name="connsiteX13" fmla="*/ 228600 w 228600"/>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0525">
                  <a:moveTo>
                    <a:pt x="228600" y="390525"/>
                  </a:moveTo>
                  <a:lnTo>
                    <a:pt x="166688" y="390525"/>
                  </a:lnTo>
                  <a:lnTo>
                    <a:pt x="166688" y="238125"/>
                  </a:lnTo>
                  <a:cubicBezTo>
                    <a:pt x="166688" y="199073"/>
                    <a:pt x="154305" y="173355"/>
                    <a:pt x="117158"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205" name="Freihandform: Form 243"/>
            <p:cNvSpPr/>
            <p:nvPr/>
          </p:nvSpPr>
          <p:spPr>
            <a:xfrm>
              <a:off x="5209221" y="3122294"/>
              <a:ext cx="273367" cy="368617"/>
            </a:xfrm>
            <a:custGeom>
              <a:avLst/>
              <a:gdLst>
                <a:gd name="connsiteX0" fmla="*/ 64770 w 273367"/>
                <a:gd name="connsiteY0" fmla="*/ 368617 h 368617"/>
                <a:gd name="connsiteX1" fmla="*/ 0 w 273367"/>
                <a:gd name="connsiteY1" fmla="*/ 368617 h 368617"/>
                <a:gd name="connsiteX2" fmla="*/ 0 w 273367"/>
                <a:gd name="connsiteY2" fmla="*/ 0 h 368617"/>
                <a:gd name="connsiteX3" fmla="*/ 137160 w 273367"/>
                <a:gd name="connsiteY3" fmla="*/ 0 h 368617"/>
                <a:gd name="connsiteX4" fmla="*/ 263843 w 273367"/>
                <a:gd name="connsiteY4" fmla="*/ 108585 h 368617"/>
                <a:gd name="connsiteX5" fmla="*/ 188595 w 273367"/>
                <a:gd name="connsiteY5" fmla="*/ 214313 h 368617"/>
                <a:gd name="connsiteX6" fmla="*/ 273368 w 273367"/>
                <a:gd name="connsiteY6" fmla="*/ 368617 h 368617"/>
                <a:gd name="connsiteX7" fmla="*/ 196215 w 273367"/>
                <a:gd name="connsiteY7" fmla="*/ 368617 h 368617"/>
                <a:gd name="connsiteX8" fmla="*/ 120015 w 273367"/>
                <a:gd name="connsiteY8" fmla="*/ 220980 h 368617"/>
                <a:gd name="connsiteX9" fmla="*/ 63818 w 273367"/>
                <a:gd name="connsiteY9" fmla="*/ 220980 h 368617"/>
                <a:gd name="connsiteX10" fmla="*/ 63818 w 273367"/>
                <a:gd name="connsiteY10" fmla="*/ 368617 h 368617"/>
                <a:gd name="connsiteX11" fmla="*/ 197168 w 273367"/>
                <a:gd name="connsiteY11" fmla="*/ 110490 h 368617"/>
                <a:gd name="connsiteX12" fmla="*/ 131445 w 273367"/>
                <a:gd name="connsiteY12" fmla="*/ 57150 h 368617"/>
                <a:gd name="connsiteX13" fmla="*/ 64770 w 273367"/>
                <a:gd name="connsiteY13" fmla="*/ 57150 h 368617"/>
                <a:gd name="connsiteX14" fmla="*/ 64770 w 273367"/>
                <a:gd name="connsiteY14" fmla="*/ 164782 h 368617"/>
                <a:gd name="connsiteX15" fmla="*/ 128588 w 273367"/>
                <a:gd name="connsiteY15" fmla="*/ 164782 h 368617"/>
                <a:gd name="connsiteX16" fmla="*/ 197168 w 273367"/>
                <a:gd name="connsiteY16" fmla="*/ 11049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3367" h="368617">
                  <a:moveTo>
                    <a:pt x="64770" y="368617"/>
                  </a:moveTo>
                  <a:lnTo>
                    <a:pt x="0" y="368617"/>
                  </a:lnTo>
                  <a:lnTo>
                    <a:pt x="0" y="0"/>
                  </a:lnTo>
                  <a:lnTo>
                    <a:pt x="137160" y="0"/>
                  </a:lnTo>
                  <a:cubicBezTo>
                    <a:pt x="215265" y="0"/>
                    <a:pt x="263843" y="36195"/>
                    <a:pt x="263843" y="108585"/>
                  </a:cubicBezTo>
                  <a:cubicBezTo>
                    <a:pt x="263843" y="164782"/>
                    <a:pt x="235268" y="200025"/>
                    <a:pt x="188595" y="214313"/>
                  </a:cubicBezTo>
                  <a:lnTo>
                    <a:pt x="273368" y="368617"/>
                  </a:lnTo>
                  <a:lnTo>
                    <a:pt x="196215" y="368617"/>
                  </a:lnTo>
                  <a:lnTo>
                    <a:pt x="120015" y="220980"/>
                  </a:lnTo>
                  <a:lnTo>
                    <a:pt x="63818" y="220980"/>
                  </a:lnTo>
                  <a:lnTo>
                    <a:pt x="63818" y="368617"/>
                  </a:lnTo>
                  <a:close/>
                  <a:moveTo>
                    <a:pt x="197168" y="110490"/>
                  </a:moveTo>
                  <a:cubicBezTo>
                    <a:pt x="197168" y="74295"/>
                    <a:pt x="174308" y="57150"/>
                    <a:pt x="131445" y="57150"/>
                  </a:cubicBezTo>
                  <a:lnTo>
                    <a:pt x="64770" y="57150"/>
                  </a:lnTo>
                  <a:lnTo>
                    <a:pt x="64770" y="164782"/>
                  </a:lnTo>
                  <a:lnTo>
                    <a:pt x="128588" y="164782"/>
                  </a:lnTo>
                  <a:cubicBezTo>
                    <a:pt x="173355" y="164782"/>
                    <a:pt x="197168" y="146685"/>
                    <a:pt x="197168" y="110490"/>
                  </a:cubicBezTo>
                  <a:close/>
                </a:path>
              </a:pathLst>
            </a:custGeom>
            <a:grpFill/>
            <a:ln w="9525" cap="flat">
              <a:noFill/>
              <a:prstDash val="solid"/>
              <a:miter/>
            </a:ln>
          </p:spPr>
          <p:txBody>
            <a:bodyPr rtlCol="0" anchor="ctr"/>
            <a:lstStyle/>
            <a:p>
              <a:endParaRPr lang="de-DE"/>
            </a:p>
          </p:txBody>
        </p:sp>
        <p:sp>
          <p:nvSpPr>
            <p:cNvPr id="206" name="Freihandform: Form 244"/>
            <p:cNvSpPr/>
            <p:nvPr/>
          </p:nvSpPr>
          <p:spPr>
            <a:xfrm>
              <a:off x="5523546" y="3217544"/>
              <a:ext cx="242887" cy="279082"/>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3 w 242887"/>
                <a:gd name="connsiteY11" fmla="*/ 115252 h 279082"/>
                <a:gd name="connsiteX12" fmla="*/ 124778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3" y="0"/>
                    <a:pt x="124778" y="0"/>
                  </a:cubicBezTo>
                  <a:cubicBezTo>
                    <a:pt x="196215" y="0"/>
                    <a:pt x="242888" y="53340"/>
                    <a:pt x="242888" y="135255"/>
                  </a:cubicBezTo>
                  <a:cubicBezTo>
                    <a:pt x="242888" y="143827"/>
                    <a:pt x="241935" y="153352"/>
                    <a:pt x="241935" y="160972"/>
                  </a:cubicBezTo>
                  <a:lnTo>
                    <a:pt x="62865" y="160972"/>
                  </a:lnTo>
                  <a:cubicBezTo>
                    <a:pt x="69533" y="201930"/>
                    <a:pt x="94297" y="225742"/>
                    <a:pt x="132397" y="225742"/>
                  </a:cubicBezTo>
                  <a:cubicBezTo>
                    <a:pt x="157163" y="225742"/>
                    <a:pt x="177165" y="216217"/>
                    <a:pt x="198120" y="194310"/>
                  </a:cubicBezTo>
                  <a:lnTo>
                    <a:pt x="237172" y="235267"/>
                  </a:lnTo>
                  <a:cubicBezTo>
                    <a:pt x="206693" y="264795"/>
                    <a:pt x="173355" y="279083"/>
                    <a:pt x="132397" y="279083"/>
                  </a:cubicBezTo>
                  <a:close/>
                  <a:moveTo>
                    <a:pt x="62865" y="115252"/>
                  </a:moveTo>
                  <a:lnTo>
                    <a:pt x="183833" y="115252"/>
                  </a:lnTo>
                  <a:cubicBezTo>
                    <a:pt x="180975" y="74295"/>
                    <a:pt x="160020" y="50482"/>
                    <a:pt x="124778" y="50482"/>
                  </a:cubicBezTo>
                  <a:cubicBezTo>
                    <a:pt x="90488" y="50482"/>
                    <a:pt x="68580" y="74295"/>
                    <a:pt x="62865" y="115252"/>
                  </a:cubicBezTo>
                  <a:close/>
                </a:path>
              </a:pathLst>
            </a:custGeom>
            <a:grpFill/>
            <a:ln w="9525" cap="flat">
              <a:noFill/>
              <a:prstDash val="solid"/>
              <a:miter/>
            </a:ln>
          </p:spPr>
          <p:txBody>
            <a:bodyPr rtlCol="0" anchor="ctr"/>
            <a:lstStyle/>
            <a:p>
              <a:endParaRPr lang="de-DE"/>
            </a:p>
          </p:txBody>
        </p:sp>
        <p:sp>
          <p:nvSpPr>
            <p:cNvPr id="207" name="Freihandform: Form 245"/>
            <p:cNvSpPr/>
            <p:nvPr/>
          </p:nvSpPr>
          <p:spPr>
            <a:xfrm>
              <a:off x="5821679" y="3216591"/>
              <a:ext cx="224789" cy="280035"/>
            </a:xfrm>
            <a:custGeom>
              <a:avLst/>
              <a:gdLst>
                <a:gd name="connsiteX0" fmla="*/ 222885 w 224789"/>
                <a:gd name="connsiteY0" fmla="*/ 237173 h 280035"/>
                <a:gd name="connsiteX1" fmla="*/ 127635 w 224789"/>
                <a:gd name="connsiteY1" fmla="*/ 280035 h 280035"/>
                <a:gd name="connsiteX2" fmla="*/ 0 w 224789"/>
                <a:gd name="connsiteY2" fmla="*/ 140970 h 280035"/>
                <a:gd name="connsiteX3" fmla="*/ 128588 w 224789"/>
                <a:gd name="connsiteY3" fmla="*/ 0 h 280035"/>
                <a:gd name="connsiteX4" fmla="*/ 224790 w 224789"/>
                <a:gd name="connsiteY4" fmla="*/ 45720 h 280035"/>
                <a:gd name="connsiteX5" fmla="*/ 181927 w 224789"/>
                <a:gd name="connsiteY5" fmla="*/ 86678 h 280035"/>
                <a:gd name="connsiteX6" fmla="*/ 128588 w 224789"/>
                <a:gd name="connsiteY6" fmla="*/ 57150 h 280035"/>
                <a:gd name="connsiteX7" fmla="*/ 62865 w 224789"/>
                <a:gd name="connsiteY7" fmla="*/ 140017 h 280035"/>
                <a:gd name="connsiteX8" fmla="*/ 128588 w 224789"/>
                <a:gd name="connsiteY8" fmla="*/ 222885 h 280035"/>
                <a:gd name="connsiteX9" fmla="*/ 183832 w 224789"/>
                <a:gd name="connsiteY9" fmla="*/ 193358 h 280035"/>
                <a:gd name="connsiteX10" fmla="*/ 222885 w 224789"/>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208" name="Freihandform: Form 246"/>
            <p:cNvSpPr/>
            <p:nvPr/>
          </p:nvSpPr>
          <p:spPr>
            <a:xfrm>
              <a:off x="6099809" y="3100387"/>
              <a:ext cx="228600" cy="390525"/>
            </a:xfrm>
            <a:custGeom>
              <a:avLst/>
              <a:gdLst>
                <a:gd name="connsiteX0" fmla="*/ 228600 w 228600"/>
                <a:gd name="connsiteY0" fmla="*/ 390525 h 390525"/>
                <a:gd name="connsiteX1" fmla="*/ 166688 w 228600"/>
                <a:gd name="connsiteY1" fmla="*/ 390525 h 390525"/>
                <a:gd name="connsiteX2" fmla="*/ 166688 w 228600"/>
                <a:gd name="connsiteY2" fmla="*/ 238125 h 390525"/>
                <a:gd name="connsiteX3" fmla="*/ 117158 w 228600"/>
                <a:gd name="connsiteY3" fmla="*/ 173355 h 390525"/>
                <a:gd name="connsiteX4" fmla="*/ 61913 w 228600"/>
                <a:gd name="connsiteY4" fmla="*/ 238125 h 390525"/>
                <a:gd name="connsiteX5" fmla="*/ 61913 w 228600"/>
                <a:gd name="connsiteY5" fmla="*/ 390525 h 390525"/>
                <a:gd name="connsiteX6" fmla="*/ 0 w 228600"/>
                <a:gd name="connsiteY6" fmla="*/ 390525 h 390525"/>
                <a:gd name="connsiteX7" fmla="*/ 0 w 228600"/>
                <a:gd name="connsiteY7" fmla="*/ 16192 h 390525"/>
                <a:gd name="connsiteX8" fmla="*/ 61913 w 228600"/>
                <a:gd name="connsiteY8" fmla="*/ 0 h 390525"/>
                <a:gd name="connsiteX9" fmla="*/ 61913 w 228600"/>
                <a:gd name="connsiteY9" fmla="*/ 155258 h 390525"/>
                <a:gd name="connsiteX10" fmla="*/ 62865 w 228600"/>
                <a:gd name="connsiteY10" fmla="*/ 155258 h 390525"/>
                <a:gd name="connsiteX11" fmla="*/ 140970 w 228600"/>
                <a:gd name="connsiteY11" fmla="*/ 116205 h 390525"/>
                <a:gd name="connsiteX12" fmla="*/ 228600 w 228600"/>
                <a:gd name="connsiteY12" fmla="*/ 223838 h 390525"/>
                <a:gd name="connsiteX13" fmla="*/ 228600 w 228600"/>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0525">
                  <a:moveTo>
                    <a:pt x="228600" y="390525"/>
                  </a:moveTo>
                  <a:lnTo>
                    <a:pt x="166688" y="390525"/>
                  </a:lnTo>
                  <a:lnTo>
                    <a:pt x="166688" y="238125"/>
                  </a:lnTo>
                  <a:cubicBezTo>
                    <a:pt x="166688" y="199073"/>
                    <a:pt x="154305" y="173355"/>
                    <a:pt x="117158"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209" name="Freihandform: Form 247"/>
            <p:cNvSpPr/>
            <p:nvPr/>
          </p:nvSpPr>
          <p:spPr>
            <a:xfrm>
              <a:off x="6377939"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7 w 165734"/>
                <a:gd name="connsiteY9" fmla="*/ 0 h 358140"/>
                <a:gd name="connsiteX10" fmla="*/ 101917 w 165734"/>
                <a:gd name="connsiteY10" fmla="*/ 86677 h 358140"/>
                <a:gd name="connsiteX11" fmla="*/ 165735 w 165734"/>
                <a:gd name="connsiteY11" fmla="*/ 86677 h 358140"/>
                <a:gd name="connsiteX12" fmla="*/ 165735 w 165734"/>
                <a:gd name="connsiteY12" fmla="*/ 138113 h 358140"/>
                <a:gd name="connsiteX13" fmla="*/ 101917 w 165734"/>
                <a:gd name="connsiteY13" fmla="*/ 138113 h 358140"/>
                <a:gd name="connsiteX14" fmla="*/ 101917 w 165734"/>
                <a:gd name="connsiteY14" fmla="*/ 269558 h 358140"/>
                <a:gd name="connsiteX15" fmla="*/ 130492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grpFill/>
            <a:ln w="9525" cap="flat">
              <a:noFill/>
              <a:prstDash val="solid"/>
              <a:miter/>
            </a:ln>
          </p:spPr>
          <p:txBody>
            <a:bodyPr rtlCol="0" anchor="ctr"/>
            <a:lstStyle/>
            <a:p>
              <a:endParaRPr lang="de-DE"/>
            </a:p>
          </p:txBody>
        </p:sp>
        <p:sp>
          <p:nvSpPr>
            <p:cNvPr id="210" name="Freihandform: Form 248"/>
            <p:cNvSpPr/>
            <p:nvPr/>
          </p:nvSpPr>
          <p:spPr>
            <a:xfrm>
              <a:off x="6588442" y="3216591"/>
              <a:ext cx="205739" cy="280035"/>
            </a:xfrm>
            <a:custGeom>
              <a:avLst/>
              <a:gdLst>
                <a:gd name="connsiteX0" fmla="*/ 29527 w 205739"/>
                <a:gd name="connsiteY0" fmla="*/ 198120 h 280035"/>
                <a:gd name="connsiteX1" fmla="*/ 104775 w 205739"/>
                <a:gd name="connsiteY1" fmla="*/ 227648 h 280035"/>
                <a:gd name="connsiteX2" fmla="*/ 143827 w 205739"/>
                <a:gd name="connsiteY2" fmla="*/ 200978 h 280035"/>
                <a:gd name="connsiteX3" fmla="*/ 10477 w 205739"/>
                <a:gd name="connsiteY3" fmla="*/ 82868 h 280035"/>
                <a:gd name="connsiteX4" fmla="*/ 111443 w 205739"/>
                <a:gd name="connsiteY4" fmla="*/ 0 h 280035"/>
                <a:gd name="connsiteX5" fmla="*/ 203835 w 205739"/>
                <a:gd name="connsiteY5" fmla="*/ 27623 h 280035"/>
                <a:gd name="connsiteX6" fmla="*/ 174307 w 205739"/>
                <a:gd name="connsiteY6" fmla="*/ 76200 h 280035"/>
                <a:gd name="connsiteX7" fmla="*/ 110490 w 205739"/>
                <a:gd name="connsiteY7" fmla="*/ 52388 h 280035"/>
                <a:gd name="connsiteX8" fmla="*/ 72390 w 205739"/>
                <a:gd name="connsiteY8" fmla="*/ 77153 h 280035"/>
                <a:gd name="connsiteX9" fmla="*/ 205740 w 205739"/>
                <a:gd name="connsiteY9" fmla="*/ 195263 h 280035"/>
                <a:gd name="connsiteX10" fmla="*/ 102870 w 205739"/>
                <a:gd name="connsiteY10" fmla="*/ 280035 h 280035"/>
                <a:gd name="connsiteX11" fmla="*/ 0 w 205739"/>
                <a:gd name="connsiteY11" fmla="*/ 247650 h 280035"/>
                <a:gd name="connsiteX12" fmla="*/ 29527 w 205739"/>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5">
                  <a:moveTo>
                    <a:pt x="29527" y="198120"/>
                  </a:moveTo>
                  <a:cubicBezTo>
                    <a:pt x="56197" y="218123"/>
                    <a:pt x="80963" y="227648"/>
                    <a:pt x="104775" y="227648"/>
                  </a:cubicBezTo>
                  <a:cubicBezTo>
                    <a:pt x="127635" y="227648"/>
                    <a:pt x="143827" y="217170"/>
                    <a:pt x="143827" y="200978"/>
                  </a:cubicBezTo>
                  <a:cubicBezTo>
                    <a:pt x="143827" y="155258"/>
                    <a:pt x="10477" y="171450"/>
                    <a:pt x="10477" y="82868"/>
                  </a:cubicBezTo>
                  <a:cubicBezTo>
                    <a:pt x="10477" y="33338"/>
                    <a:pt x="51435" y="0"/>
                    <a:pt x="111443" y="0"/>
                  </a:cubicBezTo>
                  <a:cubicBezTo>
                    <a:pt x="143827" y="0"/>
                    <a:pt x="175260" y="9525"/>
                    <a:pt x="203835" y="27623"/>
                  </a:cubicBezTo>
                  <a:lnTo>
                    <a:pt x="174307"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2" y="280035"/>
                    <a:pt x="102870" y="280035"/>
                  </a:cubicBezTo>
                  <a:cubicBezTo>
                    <a:pt x="67627" y="280035"/>
                    <a:pt x="31432" y="268605"/>
                    <a:pt x="0" y="247650"/>
                  </a:cubicBezTo>
                  <a:lnTo>
                    <a:pt x="29527" y="198120"/>
                  </a:lnTo>
                  <a:close/>
                </a:path>
              </a:pathLst>
            </a:custGeom>
            <a:grpFill/>
            <a:ln w="9525" cap="flat">
              <a:noFill/>
              <a:prstDash val="solid"/>
              <a:miter/>
            </a:ln>
          </p:spPr>
          <p:txBody>
            <a:bodyPr rtlCol="0" anchor="ctr"/>
            <a:lstStyle/>
            <a:p>
              <a:endParaRPr lang="de-DE"/>
            </a:p>
          </p:txBody>
        </p:sp>
        <p:sp>
          <p:nvSpPr>
            <p:cNvPr id="211" name="Freihandform: Form 249"/>
            <p:cNvSpPr/>
            <p:nvPr/>
          </p:nvSpPr>
          <p:spPr>
            <a:xfrm>
              <a:off x="6837044" y="3224212"/>
              <a:ext cx="376237" cy="266700"/>
            </a:xfrm>
            <a:custGeom>
              <a:avLst/>
              <a:gdLst>
                <a:gd name="connsiteX0" fmla="*/ 376238 w 376237"/>
                <a:gd name="connsiteY0" fmla="*/ 0 h 266700"/>
                <a:gd name="connsiteX1" fmla="*/ 297180 w 376237"/>
                <a:gd name="connsiteY1" fmla="*/ 266700 h 266700"/>
                <a:gd name="connsiteX2" fmla="*/ 237173 w 376237"/>
                <a:gd name="connsiteY2" fmla="*/ 266700 h 266700"/>
                <a:gd name="connsiteX3" fmla="*/ 188595 w 376237"/>
                <a:gd name="connsiteY3" fmla="*/ 81915 h 266700"/>
                <a:gd name="connsiteX4" fmla="*/ 187643 w 376237"/>
                <a:gd name="connsiteY4" fmla="*/ 81915 h 266700"/>
                <a:gd name="connsiteX5" fmla="*/ 139065 w 376237"/>
                <a:gd name="connsiteY5" fmla="*/ 266700 h 266700"/>
                <a:gd name="connsiteX6" fmla="*/ 79057 w 376237"/>
                <a:gd name="connsiteY6" fmla="*/ 266700 h 266700"/>
                <a:gd name="connsiteX7" fmla="*/ 0 w 376237"/>
                <a:gd name="connsiteY7" fmla="*/ 0 h 266700"/>
                <a:gd name="connsiteX8" fmla="*/ 65723 w 376237"/>
                <a:gd name="connsiteY8" fmla="*/ 0 h 266700"/>
                <a:gd name="connsiteX9" fmla="*/ 111443 w 376237"/>
                <a:gd name="connsiteY9" fmla="*/ 180022 h 266700"/>
                <a:gd name="connsiteX10" fmla="*/ 112395 w 376237"/>
                <a:gd name="connsiteY10" fmla="*/ 180022 h 266700"/>
                <a:gd name="connsiteX11" fmla="*/ 159068 w 376237"/>
                <a:gd name="connsiteY11" fmla="*/ 0 h 266700"/>
                <a:gd name="connsiteX12" fmla="*/ 216218 w 376237"/>
                <a:gd name="connsiteY12" fmla="*/ 0 h 266700"/>
                <a:gd name="connsiteX13" fmla="*/ 264795 w 376237"/>
                <a:gd name="connsiteY13" fmla="*/ 180022 h 266700"/>
                <a:gd name="connsiteX14" fmla="*/ 265748 w 376237"/>
                <a:gd name="connsiteY14" fmla="*/ 180022 h 266700"/>
                <a:gd name="connsiteX15" fmla="*/ 311468 w 376237"/>
                <a:gd name="connsiteY15" fmla="*/ 0 h 266700"/>
                <a:gd name="connsiteX16" fmla="*/ 376238 w 376237"/>
                <a:gd name="connsiteY16"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6237" h="266700">
                  <a:moveTo>
                    <a:pt x="376238" y="0"/>
                  </a:moveTo>
                  <a:lnTo>
                    <a:pt x="297180" y="266700"/>
                  </a:lnTo>
                  <a:lnTo>
                    <a:pt x="237173" y="266700"/>
                  </a:lnTo>
                  <a:lnTo>
                    <a:pt x="188595" y="81915"/>
                  </a:lnTo>
                  <a:lnTo>
                    <a:pt x="187643" y="81915"/>
                  </a:lnTo>
                  <a:lnTo>
                    <a:pt x="139065" y="266700"/>
                  </a:lnTo>
                  <a:lnTo>
                    <a:pt x="79057" y="266700"/>
                  </a:lnTo>
                  <a:lnTo>
                    <a:pt x="0" y="0"/>
                  </a:lnTo>
                  <a:lnTo>
                    <a:pt x="65723" y="0"/>
                  </a:lnTo>
                  <a:lnTo>
                    <a:pt x="111443" y="180022"/>
                  </a:lnTo>
                  <a:lnTo>
                    <a:pt x="112395" y="180022"/>
                  </a:lnTo>
                  <a:lnTo>
                    <a:pt x="159068" y="0"/>
                  </a:lnTo>
                  <a:lnTo>
                    <a:pt x="216218" y="0"/>
                  </a:lnTo>
                  <a:lnTo>
                    <a:pt x="264795" y="180022"/>
                  </a:lnTo>
                  <a:lnTo>
                    <a:pt x="265748" y="180022"/>
                  </a:lnTo>
                  <a:lnTo>
                    <a:pt x="311468" y="0"/>
                  </a:lnTo>
                  <a:lnTo>
                    <a:pt x="376238" y="0"/>
                  </a:lnTo>
                  <a:close/>
                </a:path>
              </a:pathLst>
            </a:custGeom>
            <a:grpFill/>
            <a:ln w="9525" cap="flat">
              <a:noFill/>
              <a:prstDash val="solid"/>
              <a:miter/>
            </a:ln>
          </p:spPr>
          <p:txBody>
            <a:bodyPr rtlCol="0" anchor="ctr"/>
            <a:lstStyle/>
            <a:p>
              <a:endParaRPr lang="de-DE"/>
            </a:p>
          </p:txBody>
        </p:sp>
        <p:sp>
          <p:nvSpPr>
            <p:cNvPr id="212" name="Freihandform: Form 250"/>
            <p:cNvSpPr/>
            <p:nvPr/>
          </p:nvSpPr>
          <p:spPr>
            <a:xfrm>
              <a:off x="7259954" y="3105149"/>
              <a:ext cx="79057" cy="385762"/>
            </a:xfrm>
            <a:custGeom>
              <a:avLst/>
              <a:gdLst>
                <a:gd name="connsiteX0" fmla="*/ 79057 w 79057"/>
                <a:gd name="connsiteY0" fmla="*/ 38100 h 385762"/>
                <a:gd name="connsiteX1" fmla="*/ 39052 w 79057"/>
                <a:gd name="connsiteY1" fmla="*/ 76200 h 385762"/>
                <a:gd name="connsiteX2" fmla="*/ 0 w 79057"/>
                <a:gd name="connsiteY2" fmla="*/ 38100 h 385762"/>
                <a:gd name="connsiteX3" fmla="*/ 39052 w 79057"/>
                <a:gd name="connsiteY3" fmla="*/ 0 h 385762"/>
                <a:gd name="connsiteX4" fmla="*/ 79057 w 79057"/>
                <a:gd name="connsiteY4" fmla="*/ 38100 h 385762"/>
                <a:gd name="connsiteX5" fmla="*/ 70485 w 79057"/>
                <a:gd name="connsiteY5" fmla="*/ 385763 h 385762"/>
                <a:gd name="connsiteX6" fmla="*/ 8572 w 79057"/>
                <a:gd name="connsiteY6" fmla="*/ 385763 h 385762"/>
                <a:gd name="connsiteX7" fmla="*/ 8572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7" y="38100"/>
                  </a:moveTo>
                  <a:cubicBezTo>
                    <a:pt x="79057" y="60008"/>
                    <a:pt x="60960" y="76200"/>
                    <a:pt x="39052" y="76200"/>
                  </a:cubicBezTo>
                  <a:cubicBezTo>
                    <a:pt x="17145" y="76200"/>
                    <a:pt x="0" y="60960"/>
                    <a:pt x="0" y="38100"/>
                  </a:cubicBezTo>
                  <a:cubicBezTo>
                    <a:pt x="0" y="16192"/>
                    <a:pt x="18097" y="0"/>
                    <a:pt x="39052" y="0"/>
                  </a:cubicBezTo>
                  <a:cubicBezTo>
                    <a:pt x="61913" y="0"/>
                    <a:pt x="79057" y="16192"/>
                    <a:pt x="79057" y="38100"/>
                  </a:cubicBezTo>
                  <a:close/>
                  <a:moveTo>
                    <a:pt x="70485" y="385763"/>
                  </a:moveTo>
                  <a:lnTo>
                    <a:pt x="8572" y="385763"/>
                  </a:lnTo>
                  <a:lnTo>
                    <a:pt x="8572" y="119063"/>
                  </a:lnTo>
                  <a:lnTo>
                    <a:pt x="70485" y="119063"/>
                  </a:lnTo>
                  <a:lnTo>
                    <a:pt x="70485" y="385763"/>
                  </a:lnTo>
                  <a:close/>
                </a:path>
              </a:pathLst>
            </a:custGeom>
            <a:grpFill/>
            <a:ln w="9525" cap="flat">
              <a:noFill/>
              <a:prstDash val="solid"/>
              <a:miter/>
            </a:ln>
          </p:spPr>
          <p:txBody>
            <a:bodyPr rtlCol="0" anchor="ctr"/>
            <a:lstStyle/>
            <a:p>
              <a:endParaRPr lang="de-DE"/>
            </a:p>
          </p:txBody>
        </p:sp>
        <p:sp>
          <p:nvSpPr>
            <p:cNvPr id="213" name="Freihandform: Form 251"/>
            <p:cNvSpPr/>
            <p:nvPr/>
          </p:nvSpPr>
          <p:spPr>
            <a:xfrm>
              <a:off x="7388542" y="3216591"/>
              <a:ext cx="205739" cy="280035"/>
            </a:xfrm>
            <a:custGeom>
              <a:avLst/>
              <a:gdLst>
                <a:gd name="connsiteX0" fmla="*/ 29527 w 205739"/>
                <a:gd name="connsiteY0" fmla="*/ 198120 h 280035"/>
                <a:gd name="connsiteX1" fmla="*/ 104775 w 205739"/>
                <a:gd name="connsiteY1" fmla="*/ 227648 h 280035"/>
                <a:gd name="connsiteX2" fmla="*/ 143827 w 205739"/>
                <a:gd name="connsiteY2" fmla="*/ 200978 h 280035"/>
                <a:gd name="connsiteX3" fmla="*/ 10477 w 205739"/>
                <a:gd name="connsiteY3" fmla="*/ 82868 h 280035"/>
                <a:gd name="connsiteX4" fmla="*/ 111443 w 205739"/>
                <a:gd name="connsiteY4" fmla="*/ 0 h 280035"/>
                <a:gd name="connsiteX5" fmla="*/ 203835 w 205739"/>
                <a:gd name="connsiteY5" fmla="*/ 27623 h 280035"/>
                <a:gd name="connsiteX6" fmla="*/ 174307 w 205739"/>
                <a:gd name="connsiteY6" fmla="*/ 76200 h 280035"/>
                <a:gd name="connsiteX7" fmla="*/ 110490 w 205739"/>
                <a:gd name="connsiteY7" fmla="*/ 52388 h 280035"/>
                <a:gd name="connsiteX8" fmla="*/ 72390 w 205739"/>
                <a:gd name="connsiteY8" fmla="*/ 77153 h 280035"/>
                <a:gd name="connsiteX9" fmla="*/ 205740 w 205739"/>
                <a:gd name="connsiteY9" fmla="*/ 195263 h 280035"/>
                <a:gd name="connsiteX10" fmla="*/ 102870 w 205739"/>
                <a:gd name="connsiteY10" fmla="*/ 280035 h 280035"/>
                <a:gd name="connsiteX11" fmla="*/ 0 w 205739"/>
                <a:gd name="connsiteY11" fmla="*/ 247650 h 280035"/>
                <a:gd name="connsiteX12" fmla="*/ 29527 w 205739"/>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5">
                  <a:moveTo>
                    <a:pt x="29527" y="198120"/>
                  </a:moveTo>
                  <a:cubicBezTo>
                    <a:pt x="56197" y="218123"/>
                    <a:pt x="80963" y="227648"/>
                    <a:pt x="104775" y="227648"/>
                  </a:cubicBezTo>
                  <a:cubicBezTo>
                    <a:pt x="127635" y="227648"/>
                    <a:pt x="143827" y="217170"/>
                    <a:pt x="143827" y="200978"/>
                  </a:cubicBezTo>
                  <a:cubicBezTo>
                    <a:pt x="143827" y="155258"/>
                    <a:pt x="10477" y="171450"/>
                    <a:pt x="10477" y="82868"/>
                  </a:cubicBezTo>
                  <a:cubicBezTo>
                    <a:pt x="10477" y="33338"/>
                    <a:pt x="51435" y="0"/>
                    <a:pt x="111443" y="0"/>
                  </a:cubicBezTo>
                  <a:cubicBezTo>
                    <a:pt x="143827" y="0"/>
                    <a:pt x="175260" y="9525"/>
                    <a:pt x="203835" y="27623"/>
                  </a:cubicBezTo>
                  <a:lnTo>
                    <a:pt x="174307"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2" y="280035"/>
                    <a:pt x="102870" y="280035"/>
                  </a:cubicBezTo>
                  <a:cubicBezTo>
                    <a:pt x="67627" y="280035"/>
                    <a:pt x="31432" y="268605"/>
                    <a:pt x="0" y="247650"/>
                  </a:cubicBezTo>
                  <a:lnTo>
                    <a:pt x="29527" y="198120"/>
                  </a:lnTo>
                  <a:close/>
                </a:path>
              </a:pathLst>
            </a:custGeom>
            <a:grpFill/>
            <a:ln w="9525" cap="flat">
              <a:noFill/>
              <a:prstDash val="solid"/>
              <a:miter/>
            </a:ln>
          </p:spPr>
          <p:txBody>
            <a:bodyPr rtlCol="0" anchor="ctr"/>
            <a:lstStyle/>
            <a:p>
              <a:endParaRPr lang="de-DE"/>
            </a:p>
          </p:txBody>
        </p:sp>
        <p:sp>
          <p:nvSpPr>
            <p:cNvPr id="214" name="Freihandform: Form 252"/>
            <p:cNvSpPr/>
            <p:nvPr/>
          </p:nvSpPr>
          <p:spPr>
            <a:xfrm>
              <a:off x="7635239" y="3216591"/>
              <a:ext cx="205740" cy="280035"/>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3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grpFill/>
            <a:ln w="9525" cap="flat">
              <a:noFill/>
              <a:prstDash val="solid"/>
              <a:miter/>
            </a:ln>
          </p:spPr>
          <p:txBody>
            <a:bodyPr rtlCol="0" anchor="ctr"/>
            <a:lstStyle/>
            <a:p>
              <a:endParaRPr lang="de-DE"/>
            </a:p>
          </p:txBody>
        </p:sp>
        <p:sp>
          <p:nvSpPr>
            <p:cNvPr id="215" name="Freihandform: Form 253"/>
            <p:cNvSpPr/>
            <p:nvPr/>
          </p:nvSpPr>
          <p:spPr>
            <a:xfrm>
              <a:off x="7890509"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216" name="Freihandform: Form 254"/>
            <p:cNvSpPr/>
            <p:nvPr/>
          </p:nvSpPr>
          <p:spPr>
            <a:xfrm>
              <a:off x="8202929" y="3217544"/>
              <a:ext cx="228600" cy="273367"/>
            </a:xfrm>
            <a:custGeom>
              <a:avLst/>
              <a:gdLst>
                <a:gd name="connsiteX0" fmla="*/ 228600 w 228600"/>
                <a:gd name="connsiteY0" fmla="*/ 273367 h 273367"/>
                <a:gd name="connsiteX1" fmla="*/ 166688 w 228600"/>
                <a:gd name="connsiteY1" fmla="*/ 273367 h 273367"/>
                <a:gd name="connsiteX2" fmla="*/ 166688 w 228600"/>
                <a:gd name="connsiteY2" fmla="*/ 120967 h 273367"/>
                <a:gd name="connsiteX3" fmla="*/ 117157 w 228600"/>
                <a:gd name="connsiteY3" fmla="*/ 56197 h 273367"/>
                <a:gd name="connsiteX4" fmla="*/ 61913 w 228600"/>
                <a:gd name="connsiteY4" fmla="*/ 120967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3367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3367"/>
                  </a:moveTo>
                  <a:lnTo>
                    <a:pt x="166688" y="273367"/>
                  </a:lnTo>
                  <a:lnTo>
                    <a:pt x="166688" y="120967"/>
                  </a:lnTo>
                  <a:cubicBezTo>
                    <a:pt x="166688" y="81915"/>
                    <a:pt x="155257" y="56197"/>
                    <a:pt x="117157" y="56197"/>
                  </a:cubicBezTo>
                  <a:cubicBezTo>
                    <a:pt x="73343" y="56197"/>
                    <a:pt x="61913" y="91440"/>
                    <a:pt x="61913" y="120967"/>
                  </a:cubicBezTo>
                  <a:lnTo>
                    <a:pt x="61913" y="273367"/>
                  </a:lnTo>
                  <a:lnTo>
                    <a:pt x="0" y="273367"/>
                  </a:lnTo>
                  <a:lnTo>
                    <a:pt x="0" y="6667"/>
                  </a:lnTo>
                  <a:lnTo>
                    <a:pt x="61913" y="6667"/>
                  </a:lnTo>
                  <a:lnTo>
                    <a:pt x="61913" y="39052"/>
                  </a:lnTo>
                  <a:lnTo>
                    <a:pt x="62865" y="39052"/>
                  </a:lnTo>
                  <a:cubicBezTo>
                    <a:pt x="79057" y="15240"/>
                    <a:pt x="106680" y="0"/>
                    <a:pt x="140970" y="0"/>
                  </a:cubicBezTo>
                  <a:cubicBezTo>
                    <a:pt x="201930" y="0"/>
                    <a:pt x="228600" y="44767"/>
                    <a:pt x="228600" y="107633"/>
                  </a:cubicBezTo>
                  <a:lnTo>
                    <a:pt x="228600" y="273367"/>
                  </a:lnTo>
                  <a:close/>
                </a:path>
              </a:pathLst>
            </a:custGeom>
            <a:grpFill/>
            <a:ln w="9525" cap="flat">
              <a:noFill/>
              <a:prstDash val="solid"/>
              <a:miter/>
            </a:ln>
          </p:spPr>
          <p:txBody>
            <a:bodyPr rtlCol="0" anchor="ctr"/>
            <a:lstStyle/>
            <a:p>
              <a:endParaRPr lang="de-DE"/>
            </a:p>
          </p:txBody>
        </p:sp>
        <p:sp>
          <p:nvSpPr>
            <p:cNvPr id="217" name="Freihandform: Form 255"/>
            <p:cNvSpPr/>
            <p:nvPr/>
          </p:nvSpPr>
          <p:spPr>
            <a:xfrm>
              <a:off x="8487726" y="3216591"/>
              <a:ext cx="205740" cy="280035"/>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3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grpFill/>
            <a:ln w="9525" cap="flat">
              <a:noFill/>
              <a:prstDash val="solid"/>
              <a:miter/>
            </a:ln>
          </p:spPr>
          <p:txBody>
            <a:bodyPr rtlCol="0" anchor="ctr"/>
            <a:lstStyle/>
            <a:p>
              <a:endParaRPr lang="de-DE"/>
            </a:p>
          </p:txBody>
        </p:sp>
        <p:sp>
          <p:nvSpPr>
            <p:cNvPr id="218" name="Freihandform: Form 256"/>
            <p:cNvSpPr/>
            <p:nvPr/>
          </p:nvSpPr>
          <p:spPr>
            <a:xfrm>
              <a:off x="8743949" y="3216591"/>
              <a:ext cx="224789" cy="280035"/>
            </a:xfrm>
            <a:custGeom>
              <a:avLst/>
              <a:gdLst>
                <a:gd name="connsiteX0" fmla="*/ 222885 w 224789"/>
                <a:gd name="connsiteY0" fmla="*/ 237173 h 280035"/>
                <a:gd name="connsiteX1" fmla="*/ 127635 w 224789"/>
                <a:gd name="connsiteY1" fmla="*/ 280035 h 280035"/>
                <a:gd name="connsiteX2" fmla="*/ 0 w 224789"/>
                <a:gd name="connsiteY2" fmla="*/ 140970 h 280035"/>
                <a:gd name="connsiteX3" fmla="*/ 128588 w 224789"/>
                <a:gd name="connsiteY3" fmla="*/ 0 h 280035"/>
                <a:gd name="connsiteX4" fmla="*/ 224790 w 224789"/>
                <a:gd name="connsiteY4" fmla="*/ 45720 h 280035"/>
                <a:gd name="connsiteX5" fmla="*/ 181927 w 224789"/>
                <a:gd name="connsiteY5" fmla="*/ 86678 h 280035"/>
                <a:gd name="connsiteX6" fmla="*/ 128588 w 224789"/>
                <a:gd name="connsiteY6" fmla="*/ 57150 h 280035"/>
                <a:gd name="connsiteX7" fmla="*/ 62865 w 224789"/>
                <a:gd name="connsiteY7" fmla="*/ 140017 h 280035"/>
                <a:gd name="connsiteX8" fmla="*/ 128588 w 224789"/>
                <a:gd name="connsiteY8" fmla="*/ 222885 h 280035"/>
                <a:gd name="connsiteX9" fmla="*/ 183832 w 224789"/>
                <a:gd name="connsiteY9" fmla="*/ 193358 h 280035"/>
                <a:gd name="connsiteX10" fmla="*/ 222885 w 224789"/>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7" y="15240"/>
                    <a:pt x="224790" y="45720"/>
                  </a:cubicBezTo>
                  <a:lnTo>
                    <a:pt x="181927"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219" name="Freihandform: Form 257"/>
            <p:cNvSpPr/>
            <p:nvPr/>
          </p:nvSpPr>
          <p:spPr>
            <a:xfrm>
              <a:off x="9022079" y="3100387"/>
              <a:ext cx="228600" cy="390525"/>
            </a:xfrm>
            <a:custGeom>
              <a:avLst/>
              <a:gdLst>
                <a:gd name="connsiteX0" fmla="*/ 228600 w 228600"/>
                <a:gd name="connsiteY0" fmla="*/ 390525 h 390525"/>
                <a:gd name="connsiteX1" fmla="*/ 166688 w 228600"/>
                <a:gd name="connsiteY1" fmla="*/ 390525 h 390525"/>
                <a:gd name="connsiteX2" fmla="*/ 166688 w 228600"/>
                <a:gd name="connsiteY2" fmla="*/ 238125 h 390525"/>
                <a:gd name="connsiteX3" fmla="*/ 117157 w 228600"/>
                <a:gd name="connsiteY3" fmla="*/ 173355 h 390525"/>
                <a:gd name="connsiteX4" fmla="*/ 61913 w 228600"/>
                <a:gd name="connsiteY4" fmla="*/ 238125 h 390525"/>
                <a:gd name="connsiteX5" fmla="*/ 61913 w 228600"/>
                <a:gd name="connsiteY5" fmla="*/ 390525 h 390525"/>
                <a:gd name="connsiteX6" fmla="*/ 0 w 228600"/>
                <a:gd name="connsiteY6" fmla="*/ 390525 h 390525"/>
                <a:gd name="connsiteX7" fmla="*/ 0 w 228600"/>
                <a:gd name="connsiteY7" fmla="*/ 16192 h 390525"/>
                <a:gd name="connsiteX8" fmla="*/ 61913 w 228600"/>
                <a:gd name="connsiteY8" fmla="*/ 0 h 390525"/>
                <a:gd name="connsiteX9" fmla="*/ 61913 w 228600"/>
                <a:gd name="connsiteY9" fmla="*/ 155258 h 390525"/>
                <a:gd name="connsiteX10" fmla="*/ 62865 w 228600"/>
                <a:gd name="connsiteY10" fmla="*/ 155258 h 390525"/>
                <a:gd name="connsiteX11" fmla="*/ 140970 w 228600"/>
                <a:gd name="connsiteY11" fmla="*/ 116205 h 390525"/>
                <a:gd name="connsiteX12" fmla="*/ 228600 w 228600"/>
                <a:gd name="connsiteY12" fmla="*/ 223838 h 390525"/>
                <a:gd name="connsiteX13" fmla="*/ 228600 w 228600"/>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0525">
                  <a:moveTo>
                    <a:pt x="228600" y="390525"/>
                  </a:moveTo>
                  <a:lnTo>
                    <a:pt x="166688" y="390525"/>
                  </a:lnTo>
                  <a:lnTo>
                    <a:pt x="166688" y="238125"/>
                  </a:lnTo>
                  <a:cubicBezTo>
                    <a:pt x="166688" y="199073"/>
                    <a:pt x="154305" y="173355"/>
                    <a:pt x="117157"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220" name="Freihandform: Form 258"/>
            <p:cNvSpPr/>
            <p:nvPr/>
          </p:nvSpPr>
          <p:spPr>
            <a:xfrm>
              <a:off x="9312592" y="3217544"/>
              <a:ext cx="225742" cy="279082"/>
            </a:xfrm>
            <a:custGeom>
              <a:avLst/>
              <a:gdLst>
                <a:gd name="connsiteX0" fmla="*/ 114300 w 225742"/>
                <a:gd name="connsiteY0" fmla="*/ 107633 h 279082"/>
                <a:gd name="connsiteX1" fmla="*/ 164782 w 225742"/>
                <a:gd name="connsiteY1" fmla="*/ 113347 h 279082"/>
                <a:gd name="connsiteX2" fmla="*/ 164782 w 225742"/>
                <a:gd name="connsiteY2" fmla="*/ 103822 h 279082"/>
                <a:gd name="connsiteX3" fmla="*/ 105727 w 225742"/>
                <a:gd name="connsiteY3" fmla="*/ 52388 h 279082"/>
                <a:gd name="connsiteX4" fmla="*/ 38100 w 225742"/>
                <a:gd name="connsiteY4" fmla="*/ 67627 h 279082"/>
                <a:gd name="connsiteX5" fmla="*/ 24765 w 225742"/>
                <a:gd name="connsiteY5" fmla="*/ 15240 h 279082"/>
                <a:gd name="connsiteX6" fmla="*/ 112395 w 225742"/>
                <a:gd name="connsiteY6" fmla="*/ 0 h 279082"/>
                <a:gd name="connsiteX7" fmla="*/ 225743 w 225742"/>
                <a:gd name="connsiteY7" fmla="*/ 102870 h 279082"/>
                <a:gd name="connsiteX8" fmla="*/ 225743 w 225742"/>
                <a:gd name="connsiteY8" fmla="*/ 273367 h 279082"/>
                <a:gd name="connsiteX9" fmla="*/ 166688 w 225742"/>
                <a:gd name="connsiteY9" fmla="*/ 273367 h 279082"/>
                <a:gd name="connsiteX10" fmla="*/ 166688 w 225742"/>
                <a:gd name="connsiteY10" fmla="*/ 244792 h 279082"/>
                <a:gd name="connsiteX11" fmla="*/ 165735 w 225742"/>
                <a:gd name="connsiteY11" fmla="*/ 244792 h 279082"/>
                <a:gd name="connsiteX12" fmla="*/ 87630 w 225742"/>
                <a:gd name="connsiteY12" fmla="*/ 279083 h 279082"/>
                <a:gd name="connsiteX13" fmla="*/ 0 w 225742"/>
                <a:gd name="connsiteY13" fmla="*/ 194310 h 279082"/>
                <a:gd name="connsiteX14" fmla="*/ 114300 w 225742"/>
                <a:gd name="connsiteY14" fmla="*/ 107633 h 279082"/>
                <a:gd name="connsiteX15" fmla="*/ 103822 w 225742"/>
                <a:gd name="connsiteY15" fmla="*/ 232410 h 279082"/>
                <a:gd name="connsiteX16" fmla="*/ 164782 w 225742"/>
                <a:gd name="connsiteY16" fmla="*/ 200025 h 279082"/>
                <a:gd name="connsiteX17" fmla="*/ 164782 w 225742"/>
                <a:gd name="connsiteY17" fmla="*/ 153352 h 279082"/>
                <a:gd name="connsiteX18" fmla="*/ 120968 w 225742"/>
                <a:gd name="connsiteY18" fmla="*/ 148590 h 279082"/>
                <a:gd name="connsiteX19" fmla="*/ 59055 w 225742"/>
                <a:gd name="connsiteY19" fmla="*/ 192405 h 279082"/>
                <a:gd name="connsiteX20" fmla="*/ 103822 w 225742"/>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42" h="279082">
                  <a:moveTo>
                    <a:pt x="114300" y="107633"/>
                  </a:moveTo>
                  <a:cubicBezTo>
                    <a:pt x="131445" y="107633"/>
                    <a:pt x="147638" y="108585"/>
                    <a:pt x="164782" y="113347"/>
                  </a:cubicBezTo>
                  <a:lnTo>
                    <a:pt x="164782" y="103822"/>
                  </a:lnTo>
                  <a:cubicBezTo>
                    <a:pt x="164782" y="69532"/>
                    <a:pt x="144780" y="52388"/>
                    <a:pt x="105727" y="52388"/>
                  </a:cubicBezTo>
                  <a:cubicBezTo>
                    <a:pt x="83820" y="52388"/>
                    <a:pt x="60007" y="57150"/>
                    <a:pt x="38100" y="67627"/>
                  </a:cubicBezTo>
                  <a:lnTo>
                    <a:pt x="24765" y="15240"/>
                  </a:lnTo>
                  <a:cubicBezTo>
                    <a:pt x="49530" y="5715"/>
                    <a:pt x="81915" y="0"/>
                    <a:pt x="112395" y="0"/>
                  </a:cubicBezTo>
                  <a:cubicBezTo>
                    <a:pt x="187643" y="0"/>
                    <a:pt x="225743" y="35242"/>
                    <a:pt x="225743" y="102870"/>
                  </a:cubicBezTo>
                  <a:lnTo>
                    <a:pt x="225743"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2" y="232410"/>
                  </a:moveTo>
                  <a:cubicBezTo>
                    <a:pt x="126682" y="232410"/>
                    <a:pt x="147638" y="220980"/>
                    <a:pt x="164782" y="200025"/>
                  </a:cubicBezTo>
                  <a:lnTo>
                    <a:pt x="164782" y="153352"/>
                  </a:lnTo>
                  <a:cubicBezTo>
                    <a:pt x="150495" y="149542"/>
                    <a:pt x="135255" y="148590"/>
                    <a:pt x="120968" y="148590"/>
                  </a:cubicBezTo>
                  <a:cubicBezTo>
                    <a:pt x="81915" y="148590"/>
                    <a:pt x="59055" y="163830"/>
                    <a:pt x="59055" y="192405"/>
                  </a:cubicBezTo>
                  <a:cubicBezTo>
                    <a:pt x="60007" y="217170"/>
                    <a:pt x="77152" y="232410"/>
                    <a:pt x="103822" y="232410"/>
                  </a:cubicBezTo>
                  <a:close/>
                </a:path>
              </a:pathLst>
            </a:custGeom>
            <a:grpFill/>
            <a:ln w="9525" cap="flat">
              <a:noFill/>
              <a:prstDash val="solid"/>
              <a:miter/>
            </a:ln>
          </p:spPr>
          <p:txBody>
            <a:bodyPr rtlCol="0" anchor="ctr"/>
            <a:lstStyle/>
            <a:p>
              <a:endParaRPr lang="de-DE"/>
            </a:p>
          </p:txBody>
        </p:sp>
        <p:sp>
          <p:nvSpPr>
            <p:cNvPr id="221" name="Freihandform: Form 259"/>
            <p:cNvSpPr/>
            <p:nvPr/>
          </p:nvSpPr>
          <p:spPr>
            <a:xfrm>
              <a:off x="9588817" y="3097529"/>
              <a:ext cx="162877" cy="393382"/>
            </a:xfrm>
            <a:custGeom>
              <a:avLst/>
              <a:gdLst>
                <a:gd name="connsiteX0" fmla="*/ 162877 w 162877"/>
                <a:gd name="connsiteY0" fmla="*/ 58103 h 393382"/>
                <a:gd name="connsiteX1" fmla="*/ 135255 w 162877"/>
                <a:gd name="connsiteY1" fmla="*/ 53340 h 393382"/>
                <a:gd name="connsiteX2" fmla="*/ 101918 w 162877"/>
                <a:gd name="connsiteY2" fmla="*/ 90488 h 393382"/>
                <a:gd name="connsiteX3" fmla="*/ 101918 w 162877"/>
                <a:gd name="connsiteY3" fmla="*/ 126683 h 393382"/>
                <a:gd name="connsiteX4" fmla="*/ 155257 w 162877"/>
                <a:gd name="connsiteY4" fmla="*/ 126683 h 393382"/>
                <a:gd name="connsiteX5" fmla="*/ 155257 w 162877"/>
                <a:gd name="connsiteY5" fmla="*/ 178118 h 393382"/>
                <a:gd name="connsiteX6" fmla="*/ 102870 w 162877"/>
                <a:gd name="connsiteY6" fmla="*/ 178118 h 393382"/>
                <a:gd name="connsiteX7" fmla="*/ 102870 w 162877"/>
                <a:gd name="connsiteY7" fmla="*/ 393383 h 393382"/>
                <a:gd name="connsiteX8" fmla="*/ 40957 w 162877"/>
                <a:gd name="connsiteY8" fmla="*/ 393383 h 393382"/>
                <a:gd name="connsiteX9" fmla="*/ 40957 w 162877"/>
                <a:gd name="connsiteY9" fmla="*/ 179070 h 393382"/>
                <a:gd name="connsiteX10" fmla="*/ 0 w 162877"/>
                <a:gd name="connsiteY10" fmla="*/ 179070 h 393382"/>
                <a:gd name="connsiteX11" fmla="*/ 0 w 162877"/>
                <a:gd name="connsiteY11" fmla="*/ 126683 h 393382"/>
                <a:gd name="connsiteX12" fmla="*/ 40957 w 162877"/>
                <a:gd name="connsiteY12" fmla="*/ 126683 h 393382"/>
                <a:gd name="connsiteX13" fmla="*/ 40957 w 162877"/>
                <a:gd name="connsiteY13" fmla="*/ 88583 h 393382"/>
                <a:gd name="connsiteX14" fmla="*/ 125730 w 162877"/>
                <a:gd name="connsiteY14" fmla="*/ 0 h 393382"/>
                <a:gd name="connsiteX15" fmla="*/ 162877 w 162877"/>
                <a:gd name="connsiteY15" fmla="*/ 5715 h 393382"/>
                <a:gd name="connsiteX16" fmla="*/ 162877 w 162877"/>
                <a:gd name="connsiteY16" fmla="*/ 58103 h 39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877" h="393382">
                  <a:moveTo>
                    <a:pt x="162877" y="58103"/>
                  </a:moveTo>
                  <a:cubicBezTo>
                    <a:pt x="154305" y="54293"/>
                    <a:pt x="144780" y="53340"/>
                    <a:pt x="135255" y="53340"/>
                  </a:cubicBezTo>
                  <a:cubicBezTo>
                    <a:pt x="111443" y="53340"/>
                    <a:pt x="101918" y="65723"/>
                    <a:pt x="101918" y="90488"/>
                  </a:cubicBezTo>
                  <a:lnTo>
                    <a:pt x="101918" y="126683"/>
                  </a:lnTo>
                  <a:lnTo>
                    <a:pt x="155257" y="126683"/>
                  </a:lnTo>
                  <a:lnTo>
                    <a:pt x="155257" y="178118"/>
                  </a:lnTo>
                  <a:lnTo>
                    <a:pt x="102870" y="178118"/>
                  </a:lnTo>
                  <a:lnTo>
                    <a:pt x="102870" y="393383"/>
                  </a:lnTo>
                  <a:lnTo>
                    <a:pt x="40957" y="393383"/>
                  </a:lnTo>
                  <a:lnTo>
                    <a:pt x="40957" y="179070"/>
                  </a:lnTo>
                  <a:lnTo>
                    <a:pt x="0" y="179070"/>
                  </a:lnTo>
                  <a:lnTo>
                    <a:pt x="0" y="126683"/>
                  </a:lnTo>
                  <a:lnTo>
                    <a:pt x="40957" y="126683"/>
                  </a:lnTo>
                  <a:lnTo>
                    <a:pt x="40957" y="88583"/>
                  </a:lnTo>
                  <a:cubicBezTo>
                    <a:pt x="40957" y="33338"/>
                    <a:pt x="65722" y="0"/>
                    <a:pt x="125730" y="0"/>
                  </a:cubicBezTo>
                  <a:cubicBezTo>
                    <a:pt x="139065" y="0"/>
                    <a:pt x="152400" y="1905"/>
                    <a:pt x="162877" y="5715"/>
                  </a:cubicBezTo>
                  <a:lnTo>
                    <a:pt x="162877" y="58103"/>
                  </a:lnTo>
                  <a:close/>
                </a:path>
              </a:pathLst>
            </a:custGeom>
            <a:grpFill/>
            <a:ln w="9525" cap="flat">
              <a:noFill/>
              <a:prstDash val="solid"/>
              <a:miter/>
            </a:ln>
          </p:spPr>
          <p:txBody>
            <a:bodyPr rtlCol="0" anchor="ctr"/>
            <a:lstStyle/>
            <a:p>
              <a:endParaRPr lang="de-DE"/>
            </a:p>
          </p:txBody>
        </p:sp>
        <p:sp>
          <p:nvSpPr>
            <p:cNvPr id="222" name="Freihandform: Form 260"/>
            <p:cNvSpPr/>
            <p:nvPr/>
          </p:nvSpPr>
          <p:spPr>
            <a:xfrm>
              <a:off x="9785984"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7 w 165734"/>
                <a:gd name="connsiteY9" fmla="*/ 0 h 358140"/>
                <a:gd name="connsiteX10" fmla="*/ 101917 w 165734"/>
                <a:gd name="connsiteY10" fmla="*/ 86677 h 358140"/>
                <a:gd name="connsiteX11" fmla="*/ 165735 w 165734"/>
                <a:gd name="connsiteY11" fmla="*/ 86677 h 358140"/>
                <a:gd name="connsiteX12" fmla="*/ 165735 w 165734"/>
                <a:gd name="connsiteY12" fmla="*/ 138113 h 358140"/>
                <a:gd name="connsiteX13" fmla="*/ 101917 w 165734"/>
                <a:gd name="connsiteY13" fmla="*/ 138113 h 358140"/>
                <a:gd name="connsiteX14" fmla="*/ 101917 w 165734"/>
                <a:gd name="connsiteY14" fmla="*/ 269558 h 358140"/>
                <a:gd name="connsiteX15" fmla="*/ 130492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1922" y="303847"/>
                    <a:pt x="155257" y="300038"/>
                    <a:pt x="165735" y="295275"/>
                  </a:cubicBezTo>
                  <a:close/>
                </a:path>
              </a:pathLst>
            </a:custGeom>
            <a:grpFill/>
            <a:ln w="9525" cap="flat">
              <a:noFill/>
              <a:prstDash val="solid"/>
              <a:miter/>
            </a:ln>
          </p:spPr>
          <p:txBody>
            <a:bodyPr rtlCol="0" anchor="ctr"/>
            <a:lstStyle/>
            <a:p>
              <a:endParaRPr lang="de-DE"/>
            </a:p>
          </p:txBody>
        </p:sp>
      </p:gr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EF10988E-EDA4-4372-8737-B4C8AE4A491B}"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
        <p:nvSpPr>
          <p:cNvPr id="7" name="Textplatzhalter 6"/>
          <p:cNvSpPr>
            <a:spLocks noGrp="1"/>
          </p:cNvSpPr>
          <p:nvPr>
            <p:ph type="body" sz="quarter" idx="13" hasCustomPrompt="1"/>
          </p:nvPr>
        </p:nvSpPr>
        <p:spPr>
          <a:xfrm>
            <a:off x="388738" y="1631156"/>
            <a:ext cx="8368309" cy="4569619"/>
          </a:xfrm>
        </p:spPr>
        <p:txBody>
          <a:bodyPr/>
          <a:lstStyle/>
          <a:p>
            <a:pPr lvl="0"/>
            <a:r>
              <a:rPr lang="de-DE" dirty="0"/>
              <a:t>Mastertextformat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9"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2" name="Titel 1"/>
          <p:cNvSpPr>
            <a:spLocks noGrp="1"/>
          </p:cNvSpPr>
          <p:nvPr>
            <p:ph type="title" hasCustomPrompt="1"/>
          </p:nvPr>
        </p:nvSpPr>
        <p:spPr/>
        <p:txBody>
          <a:bodyPr/>
          <a:lstStyle>
            <a:lvl1pPr>
              <a:defRPr>
                <a:solidFill>
                  <a:srgbClr val="041E42"/>
                </a:solidFill>
              </a:defRPr>
            </a:lvl1pPr>
          </a:lstStyle>
          <a:p>
            <a:r>
              <a:rPr lang="de-DE"/>
              <a:t>Mastertitelformat bearbeiten</a:t>
            </a:r>
            <a:endParaRPr lang="de-DE"/>
          </a:p>
        </p:txBody>
      </p:sp>
      <p:sp>
        <p:nvSpPr>
          <p:cNvPr id="13"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folie | zweispaltig">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81B71560-C18B-437A-95D6-8EA184A5E1F7}"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
        <p:nvSpPr>
          <p:cNvPr id="7" name="Textplatzhalter 6"/>
          <p:cNvSpPr>
            <a:spLocks noGrp="1"/>
          </p:cNvSpPr>
          <p:nvPr>
            <p:ph type="body" sz="quarter" idx="13" hasCustomPrompt="1"/>
          </p:nvPr>
        </p:nvSpPr>
        <p:spPr>
          <a:xfrm>
            <a:off x="388739" y="1631156"/>
            <a:ext cx="4102299" cy="4569619"/>
          </a:xfrm>
        </p:spPr>
        <p:txBody>
          <a:bodyPr/>
          <a:lstStyle/>
          <a:p>
            <a:pPr lvl="0"/>
            <a:r>
              <a:rPr lang="de-DE" dirty="0"/>
              <a:t>Mastertextformat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8" name="Textplatzhalter 6"/>
          <p:cNvSpPr>
            <a:spLocks noGrp="1"/>
          </p:cNvSpPr>
          <p:nvPr>
            <p:ph type="body" sz="quarter" idx="14" hasCustomPrompt="1"/>
          </p:nvPr>
        </p:nvSpPr>
        <p:spPr>
          <a:xfrm>
            <a:off x="4654747" y="1631156"/>
            <a:ext cx="4102299" cy="4569619"/>
          </a:xfrm>
        </p:spPr>
        <p:txBody>
          <a:bodyPr/>
          <a:lstStyle/>
          <a:p>
            <a:pPr lvl="0"/>
            <a:r>
              <a:rPr lang="de-DE"/>
              <a:t>Mastertextformat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10"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2" name="Titel 1"/>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
        <p:nvSpPr>
          <p:cNvPr id="13"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folie | dreispaltig">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4DC682F6-7B7E-410D-B189-26E13D9204F3}"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a:xfrm>
            <a:off x="8603158" y="6634667"/>
            <a:ext cx="153889" cy="92333"/>
          </a:xfrm>
        </p:spPr>
        <p:txBody>
          <a:bodyPr/>
          <a:lstStyle/>
          <a:p>
            <a:fld id="{D949F9DF-37BD-4CD6-BF49-65BA579E1D7A}" type="slidenum">
              <a:rPr lang="de-DE" smtClean="0"/>
            </a:fld>
            <a:endParaRPr lang="de-DE"/>
          </a:p>
        </p:txBody>
      </p:sp>
      <p:sp>
        <p:nvSpPr>
          <p:cNvPr id="11" name="Textplatzhalter 6"/>
          <p:cNvSpPr>
            <a:spLocks noGrp="1"/>
          </p:cNvSpPr>
          <p:nvPr>
            <p:ph type="body" sz="quarter" idx="16" hasCustomPrompt="1"/>
          </p:nvPr>
        </p:nvSpPr>
        <p:spPr>
          <a:xfrm>
            <a:off x="388739" y="1631157"/>
            <a:ext cx="2676616" cy="4569618"/>
          </a:xfrm>
        </p:spPr>
        <p:txBody>
          <a:bodyPr rIns="180000"/>
          <a:lstStyle/>
          <a:p>
            <a:pPr lvl="0"/>
            <a:r>
              <a:rPr lang="de-DE" dirty="0"/>
              <a:t>Mastertextformat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12" name="Textplatzhalter 6"/>
          <p:cNvSpPr>
            <a:spLocks noGrp="1"/>
          </p:cNvSpPr>
          <p:nvPr>
            <p:ph type="body" sz="quarter" idx="17" hasCustomPrompt="1"/>
          </p:nvPr>
        </p:nvSpPr>
        <p:spPr>
          <a:xfrm>
            <a:off x="6080432" y="1631157"/>
            <a:ext cx="2676616" cy="4569618"/>
          </a:xfrm>
        </p:spPr>
        <p:txBody>
          <a:bodyPr rIns="180000"/>
          <a:lstStyle/>
          <a:p>
            <a:pPr lvl="0"/>
            <a:r>
              <a:rPr lang="de-DE" dirty="0"/>
              <a:t>Mastertextformat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13" name="Textplatzhalter 6"/>
          <p:cNvSpPr>
            <a:spLocks noGrp="1"/>
          </p:cNvSpPr>
          <p:nvPr>
            <p:ph type="body" sz="quarter" idx="18" hasCustomPrompt="1"/>
          </p:nvPr>
        </p:nvSpPr>
        <p:spPr>
          <a:xfrm>
            <a:off x="3234585" y="1631157"/>
            <a:ext cx="2676616" cy="4569618"/>
          </a:xfrm>
        </p:spPr>
        <p:txBody>
          <a:bodyPr rIns="180000"/>
          <a:lstStyle/>
          <a:p>
            <a:pPr lvl="0"/>
            <a:r>
              <a:rPr lang="de-DE" dirty="0"/>
              <a:t>Mastertextformat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10"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7"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
        <p:nvSpPr>
          <p:cNvPr id="2" name="Titel 1"/>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Bild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8CED4244-7CBC-4FF4-B2F9-23472A3D164C}"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
        <p:nvSpPr>
          <p:cNvPr id="7" name="Textplatzhalter 6"/>
          <p:cNvSpPr>
            <a:spLocks noGrp="1"/>
          </p:cNvSpPr>
          <p:nvPr>
            <p:ph type="body" sz="quarter" idx="13" hasCustomPrompt="1"/>
          </p:nvPr>
        </p:nvSpPr>
        <p:spPr>
          <a:xfrm>
            <a:off x="388739" y="1631156"/>
            <a:ext cx="4102299" cy="4569619"/>
          </a:xfrm>
        </p:spPr>
        <p:txBody>
          <a:bodyPr/>
          <a:lstStyle/>
          <a:p>
            <a:pPr lvl="0"/>
            <a:r>
              <a:rPr lang="de-DE" dirty="0"/>
              <a:t>Mastertextformat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6" name="Titel 5"/>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
        <p:nvSpPr>
          <p:cNvPr id="10" name="Bildplatzhalter 8"/>
          <p:cNvSpPr>
            <a:spLocks noGrp="1"/>
          </p:cNvSpPr>
          <p:nvPr>
            <p:ph type="pic" sz="quarter" idx="25" hasCustomPrompt="1"/>
          </p:nvPr>
        </p:nvSpPr>
        <p:spPr>
          <a:xfrm>
            <a:off x="4654747" y="1631156"/>
            <a:ext cx="4102299" cy="4569619"/>
          </a:xfrm>
          <a:solidFill>
            <a:schemeClr val="bg1">
              <a:lumMod val="95000"/>
            </a:schemeClr>
          </a:solidFill>
        </p:spPr>
        <p:txBody>
          <a:bodyPr/>
          <a:lstStyle/>
          <a:p>
            <a:r>
              <a:rPr lang="de-DE"/>
              <a:t> </a:t>
            </a:r>
            <a:endParaRPr lang="de-DE"/>
          </a:p>
        </p:txBody>
      </p:sp>
      <p:sp>
        <p:nvSpPr>
          <p:cNvPr id="11"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4"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ld- Textfolie">
    <p:spTree>
      <p:nvGrpSpPr>
        <p:cNvPr id="1" name=""/>
        <p:cNvGrpSpPr/>
        <p:nvPr/>
      </p:nvGrpSpPr>
      <p:grpSpPr>
        <a:xfrm>
          <a:off x="0" y="0"/>
          <a:ext cx="0" cy="0"/>
          <a:chOff x="0" y="0"/>
          <a:chExt cx="0" cy="0"/>
        </a:xfrm>
      </p:grpSpPr>
      <p:sp>
        <p:nvSpPr>
          <p:cNvPr id="10" name="Bildplatzhalter 8"/>
          <p:cNvSpPr>
            <a:spLocks noGrp="1"/>
          </p:cNvSpPr>
          <p:nvPr>
            <p:ph type="pic" sz="quarter" idx="25" hasCustomPrompt="1"/>
          </p:nvPr>
        </p:nvSpPr>
        <p:spPr>
          <a:xfrm>
            <a:off x="388739" y="1631156"/>
            <a:ext cx="4102299" cy="4569619"/>
          </a:xfrm>
          <a:solidFill>
            <a:schemeClr val="bg1">
              <a:lumMod val="95000"/>
            </a:schemeClr>
          </a:solidFill>
        </p:spPr>
        <p:txBody>
          <a:bodyPr/>
          <a:lstStyle/>
          <a:p>
            <a:r>
              <a:rPr lang="de-DE"/>
              <a:t> </a:t>
            </a:r>
            <a:endParaRPr lang="de-DE"/>
          </a:p>
        </p:txBody>
      </p:sp>
      <p:sp>
        <p:nvSpPr>
          <p:cNvPr id="3" name="Datumsplatzhalter 2"/>
          <p:cNvSpPr>
            <a:spLocks noGrp="1"/>
          </p:cNvSpPr>
          <p:nvPr>
            <p:ph type="dt" sz="half" idx="10"/>
          </p:nvPr>
        </p:nvSpPr>
        <p:spPr/>
        <p:txBody>
          <a:bodyPr/>
          <a:lstStyle/>
          <a:p>
            <a:fld id="{C9FD5B03-4A2F-414B-B258-8AF4EBE08BDF}"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a:xfrm>
            <a:off x="8603158" y="6634667"/>
            <a:ext cx="153889" cy="92333"/>
          </a:xfrm>
        </p:spPr>
        <p:txBody>
          <a:bodyPr/>
          <a:lstStyle/>
          <a:p>
            <a:fld id="{D949F9DF-37BD-4CD6-BF49-65BA579E1D7A}" type="slidenum">
              <a:rPr lang="de-DE" smtClean="0"/>
            </a:fld>
            <a:endParaRPr lang="de-DE"/>
          </a:p>
        </p:txBody>
      </p:sp>
      <p:sp>
        <p:nvSpPr>
          <p:cNvPr id="7" name="Textplatzhalter 6"/>
          <p:cNvSpPr>
            <a:spLocks noGrp="1"/>
          </p:cNvSpPr>
          <p:nvPr>
            <p:ph type="body" sz="quarter" idx="13" hasCustomPrompt="1"/>
          </p:nvPr>
        </p:nvSpPr>
        <p:spPr>
          <a:xfrm>
            <a:off x="4654748" y="1631156"/>
            <a:ext cx="4102299" cy="4569619"/>
          </a:xfrm>
        </p:spPr>
        <p:txBody>
          <a:bodyPr/>
          <a:lstStyle/>
          <a:p>
            <a:pPr lvl="0"/>
            <a:r>
              <a:rPr lang="de-DE" dirty="0"/>
              <a:t>Mastertextformat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6" name="Titel 5"/>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
        <p:nvSpPr>
          <p:cNvPr id="11"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4"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Bildfolie | mit Störer">
    <p:spTree>
      <p:nvGrpSpPr>
        <p:cNvPr id="1" name=""/>
        <p:cNvGrpSpPr/>
        <p:nvPr/>
      </p:nvGrpSpPr>
      <p:grpSpPr>
        <a:xfrm>
          <a:off x="0" y="0"/>
          <a:ext cx="0" cy="0"/>
          <a:chOff x="0" y="0"/>
          <a:chExt cx="0" cy="0"/>
        </a:xfrm>
      </p:grpSpPr>
      <p:sp>
        <p:nvSpPr>
          <p:cNvPr id="9" name="Bildplatzhalter 8"/>
          <p:cNvSpPr>
            <a:spLocks noGrp="1"/>
          </p:cNvSpPr>
          <p:nvPr>
            <p:ph type="pic" sz="quarter" idx="13" hasCustomPrompt="1"/>
          </p:nvPr>
        </p:nvSpPr>
        <p:spPr>
          <a:xfrm>
            <a:off x="0" y="0"/>
            <a:ext cx="9144000" cy="6858000"/>
          </a:xfrm>
          <a:solidFill>
            <a:schemeClr val="bg1">
              <a:lumMod val="95000"/>
            </a:schemeClr>
          </a:solidFill>
        </p:spPr>
        <p:txBody>
          <a:bodyPr/>
          <a:lstStyle/>
          <a:p>
            <a:r>
              <a:rPr lang="de-DE"/>
              <a:t> </a:t>
            </a:r>
            <a:endParaRPr lang="de-DE"/>
          </a:p>
        </p:txBody>
      </p:sp>
      <p:sp>
        <p:nvSpPr>
          <p:cNvPr id="7" name="Textplatzhalter 6"/>
          <p:cNvSpPr>
            <a:spLocks noGrp="1"/>
          </p:cNvSpPr>
          <p:nvPr>
            <p:ph type="body" sz="quarter" idx="14" hasCustomPrompt="1"/>
          </p:nvPr>
        </p:nvSpPr>
        <p:spPr>
          <a:xfrm>
            <a:off x="388739" y="3431381"/>
            <a:ext cx="2678400" cy="2769394"/>
          </a:xfrm>
          <a:solidFill>
            <a:schemeClr val="bg1"/>
          </a:solidFill>
        </p:spPr>
        <p:txBody>
          <a:bodyPr wrap="square" lIns="180000" tIns="180000" rIns="180000" bIns="180000">
            <a:noAutofit/>
          </a:bodyPr>
          <a:lstStyle/>
          <a:p>
            <a:pPr lvl="0"/>
            <a:r>
              <a:rPr lang="de-DE" dirty="0"/>
              <a:t>Mastertextformat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grpSp>
        <p:nvGrpSpPr>
          <p:cNvPr id="4" name="Gruppieren 3"/>
          <p:cNvGrpSpPr/>
          <p:nvPr userDrawn="1"/>
        </p:nvGrpSpPr>
        <p:grpSpPr>
          <a:xfrm>
            <a:off x="-292893" y="160153"/>
            <a:ext cx="250031" cy="136812"/>
            <a:chOff x="-133350" y="2711163"/>
            <a:chExt cx="333375" cy="136812"/>
          </a:xfrm>
        </p:grpSpPr>
        <p:cxnSp>
          <p:nvCxnSpPr>
            <p:cNvPr id="5" name="Gerader Verbinder 4"/>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feld 5"/>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8" name="Gruppieren 7"/>
          <p:cNvGrpSpPr/>
          <p:nvPr userDrawn="1"/>
        </p:nvGrpSpPr>
        <p:grpSpPr>
          <a:xfrm>
            <a:off x="-292893" y="1131703"/>
            <a:ext cx="250031" cy="136812"/>
            <a:chOff x="-133350" y="2711163"/>
            <a:chExt cx="333375" cy="136812"/>
          </a:xfrm>
        </p:grpSpPr>
        <p:cxnSp>
          <p:nvCxnSpPr>
            <p:cNvPr id="10" name="Gerader Verbinder 9"/>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06,00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12" name="Gruppieren 11"/>
          <p:cNvGrpSpPr/>
          <p:nvPr userDrawn="1"/>
        </p:nvGrpSpPr>
        <p:grpSpPr>
          <a:xfrm>
            <a:off x="-292893" y="1491963"/>
            <a:ext cx="250031" cy="136812"/>
            <a:chOff x="-133350" y="2711163"/>
            <a:chExt cx="333375" cy="136812"/>
          </a:xfrm>
        </p:grpSpPr>
        <p:cxnSp>
          <p:nvCxnSpPr>
            <p:cNvPr id="13" name="Gerader Verbinder 12"/>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05,00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15" name="Gruppieren 14"/>
          <p:cNvGrpSpPr/>
          <p:nvPr userDrawn="1"/>
        </p:nvGrpSpPr>
        <p:grpSpPr>
          <a:xfrm>
            <a:off x="-292893" y="3292188"/>
            <a:ext cx="250031" cy="136812"/>
            <a:chOff x="-133350" y="2711163"/>
            <a:chExt cx="333375" cy="136812"/>
          </a:xfrm>
        </p:grpSpPr>
        <p:cxnSp>
          <p:nvCxnSpPr>
            <p:cNvPr id="16" name="Gerader Verbinder 15"/>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18" name="Gruppieren 17"/>
          <p:cNvGrpSpPr/>
          <p:nvPr userDrawn="1"/>
        </p:nvGrpSpPr>
        <p:grpSpPr>
          <a:xfrm>
            <a:off x="-292893" y="6063963"/>
            <a:ext cx="250031" cy="136812"/>
            <a:chOff x="-133350" y="2711163"/>
            <a:chExt cx="333375" cy="136812"/>
          </a:xfrm>
        </p:grpSpPr>
        <p:cxnSp>
          <p:nvCxnSpPr>
            <p:cNvPr id="19" name="Gerader Verbinder 18"/>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07,70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21" name="Gruppieren 20"/>
          <p:cNvGrpSpPr/>
          <p:nvPr userDrawn="1"/>
        </p:nvGrpSpPr>
        <p:grpSpPr>
          <a:xfrm>
            <a:off x="-292893" y="6495763"/>
            <a:ext cx="250031" cy="136812"/>
            <a:chOff x="-133350" y="2711163"/>
            <a:chExt cx="333375" cy="136812"/>
          </a:xfrm>
        </p:grpSpPr>
        <p:cxnSp>
          <p:nvCxnSpPr>
            <p:cNvPr id="22" name="Gerader Verbinder 21"/>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08,90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24" name="Gruppieren 23"/>
          <p:cNvGrpSpPr/>
          <p:nvPr userDrawn="1"/>
        </p:nvGrpSpPr>
        <p:grpSpPr>
          <a:xfrm rot="16200000">
            <a:off x="169567" y="-282035"/>
            <a:ext cx="333375" cy="102606"/>
            <a:chOff x="-133350" y="2711167"/>
            <a:chExt cx="333375" cy="136808"/>
          </a:xfrm>
        </p:grpSpPr>
        <p:cxnSp>
          <p:nvCxnSpPr>
            <p:cNvPr id="25" name="Gerader Verbinder 24"/>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27" name="Gruppieren 26"/>
          <p:cNvGrpSpPr/>
          <p:nvPr userDrawn="1"/>
        </p:nvGrpSpPr>
        <p:grpSpPr>
          <a:xfrm rot="16200000">
            <a:off x="4273057" y="-282036"/>
            <a:ext cx="333375" cy="102603"/>
            <a:chOff x="-133350" y="2711171"/>
            <a:chExt cx="333375" cy="136804"/>
          </a:xfrm>
        </p:grpSpPr>
        <p:cxnSp>
          <p:nvCxnSpPr>
            <p:cNvPr id="28" name="Gerader Verbinder 27"/>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30" name="Gruppieren 29"/>
          <p:cNvGrpSpPr/>
          <p:nvPr userDrawn="1"/>
        </p:nvGrpSpPr>
        <p:grpSpPr>
          <a:xfrm>
            <a:off x="4652949" y="-397424"/>
            <a:ext cx="93680" cy="333375"/>
            <a:chOff x="6416679" y="-397424"/>
            <a:chExt cx="124907" cy="333375"/>
          </a:xfrm>
        </p:grpSpPr>
        <p:cxnSp>
          <p:nvCxnSpPr>
            <p:cNvPr id="31" name="Gerader Verbinder 30"/>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cxnSp>
        <p:nvCxnSpPr>
          <p:cNvPr id="33" name="Gerader Verbinder 32"/>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4" name="Gruppieren 33"/>
          <p:cNvGrpSpPr/>
          <p:nvPr userDrawn="1"/>
        </p:nvGrpSpPr>
        <p:grpSpPr>
          <a:xfrm rot="16200000">
            <a:off x="8543829" y="-282039"/>
            <a:ext cx="333375" cy="102600"/>
            <a:chOff x="-133350" y="2711175"/>
            <a:chExt cx="333375" cy="136800"/>
          </a:xfrm>
        </p:grpSpPr>
        <p:cxnSp>
          <p:nvCxnSpPr>
            <p:cNvPr id="35" name="Gerader Verbinder 34"/>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Textfeld 35"/>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folie | 1x">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C4DEF55-39FC-4ED4-B432-219A4AD21AFA}"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
        <p:nvSpPr>
          <p:cNvPr id="13" name="Titel 12"/>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
        <p:nvSpPr>
          <p:cNvPr id="10" name="Bildplatzhalter 8"/>
          <p:cNvSpPr>
            <a:spLocks noGrp="1"/>
          </p:cNvSpPr>
          <p:nvPr>
            <p:ph type="pic" sz="quarter" idx="25" hasCustomPrompt="1"/>
          </p:nvPr>
        </p:nvSpPr>
        <p:spPr>
          <a:xfrm>
            <a:off x="388738" y="1631156"/>
            <a:ext cx="8368310" cy="3951164"/>
          </a:xfrm>
          <a:solidFill>
            <a:schemeClr val="bg1">
              <a:lumMod val="95000"/>
            </a:schemeClr>
          </a:solidFill>
        </p:spPr>
        <p:txBody>
          <a:bodyPr/>
          <a:lstStyle/>
          <a:p>
            <a:r>
              <a:rPr lang="de-DE"/>
              <a:t> </a:t>
            </a:r>
            <a:endParaRPr lang="de-DE"/>
          </a:p>
        </p:txBody>
      </p:sp>
      <p:sp>
        <p:nvSpPr>
          <p:cNvPr id="12" name="Textplatzhalter 10"/>
          <p:cNvSpPr>
            <a:spLocks noGrp="1"/>
          </p:cNvSpPr>
          <p:nvPr>
            <p:ph type="body" sz="quarter" idx="26" hasCustomPrompt="1"/>
          </p:nvPr>
        </p:nvSpPr>
        <p:spPr>
          <a:xfrm>
            <a:off x="388738" y="5690271"/>
            <a:ext cx="8368310" cy="511084"/>
          </a:xfrm>
        </p:spPr>
        <p:txBody>
          <a:bodyPr wrap="square">
            <a:noAutofit/>
          </a:bodyPr>
          <a:lstStyle>
            <a:lvl1pPr>
              <a:lnSpc>
                <a:spcPct val="110000"/>
              </a:lnSpc>
              <a:spcAft>
                <a:spcPts val="0"/>
              </a:spcAft>
              <a:defRPr sz="1200"/>
            </a:lvl1pPr>
          </a:lstStyle>
          <a:p>
            <a:pPr lvl="0"/>
            <a:r>
              <a:rPr lang="de-DE" dirty="0"/>
              <a:t>Mastertextformat bearbeiten</a:t>
            </a:r>
            <a:endParaRPr lang="de-DE" dirty="0"/>
          </a:p>
        </p:txBody>
      </p:sp>
      <p:sp>
        <p:nvSpPr>
          <p:cNvPr id="9"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5"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folie | 2x">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0F7BDD17-A6AC-415A-B033-E41054861F99}"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a:xfrm>
            <a:off x="8603158" y="6634667"/>
            <a:ext cx="153889" cy="92333"/>
          </a:xfrm>
        </p:spPr>
        <p:txBody>
          <a:bodyPr/>
          <a:lstStyle/>
          <a:p>
            <a:fld id="{D949F9DF-37BD-4CD6-BF49-65BA579E1D7A}" type="slidenum">
              <a:rPr lang="de-DE" smtClean="0"/>
            </a:fld>
            <a:endParaRPr lang="de-DE"/>
          </a:p>
        </p:txBody>
      </p:sp>
      <p:sp>
        <p:nvSpPr>
          <p:cNvPr id="6" name="Titel 5"/>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
        <p:nvSpPr>
          <p:cNvPr id="14" name="Bildplatzhalter 8"/>
          <p:cNvSpPr>
            <a:spLocks noGrp="1"/>
          </p:cNvSpPr>
          <p:nvPr>
            <p:ph type="pic" sz="quarter" idx="25" hasCustomPrompt="1"/>
          </p:nvPr>
        </p:nvSpPr>
        <p:spPr>
          <a:xfrm>
            <a:off x="388738" y="1631156"/>
            <a:ext cx="4102299" cy="3951164"/>
          </a:xfrm>
          <a:solidFill>
            <a:schemeClr val="bg1">
              <a:lumMod val="95000"/>
            </a:schemeClr>
          </a:solidFill>
        </p:spPr>
        <p:txBody>
          <a:bodyPr/>
          <a:lstStyle/>
          <a:p>
            <a:r>
              <a:rPr lang="de-DE"/>
              <a:t> </a:t>
            </a:r>
            <a:endParaRPr lang="de-DE"/>
          </a:p>
        </p:txBody>
      </p:sp>
      <p:sp>
        <p:nvSpPr>
          <p:cNvPr id="15" name="Textplatzhalter 10"/>
          <p:cNvSpPr>
            <a:spLocks noGrp="1"/>
          </p:cNvSpPr>
          <p:nvPr>
            <p:ph type="body" sz="quarter" idx="26" hasCustomPrompt="1"/>
          </p:nvPr>
        </p:nvSpPr>
        <p:spPr>
          <a:xfrm>
            <a:off x="388738" y="5690271"/>
            <a:ext cx="4102299" cy="511084"/>
          </a:xfrm>
        </p:spPr>
        <p:txBody>
          <a:bodyPr wrap="square">
            <a:noAutofit/>
          </a:bodyPr>
          <a:lstStyle>
            <a:lvl1pPr>
              <a:lnSpc>
                <a:spcPct val="110000"/>
              </a:lnSpc>
              <a:spcAft>
                <a:spcPts val="0"/>
              </a:spcAft>
              <a:defRPr sz="1200"/>
            </a:lvl1pPr>
          </a:lstStyle>
          <a:p>
            <a:pPr lvl="0"/>
            <a:r>
              <a:rPr lang="de-DE" dirty="0"/>
              <a:t>Mastertextformat bearbeiten</a:t>
            </a:r>
            <a:endParaRPr lang="de-DE" dirty="0"/>
          </a:p>
        </p:txBody>
      </p:sp>
      <p:sp>
        <p:nvSpPr>
          <p:cNvPr id="16" name="Bildplatzhalter 8"/>
          <p:cNvSpPr>
            <a:spLocks noGrp="1"/>
          </p:cNvSpPr>
          <p:nvPr>
            <p:ph type="pic" sz="quarter" idx="27" hasCustomPrompt="1"/>
          </p:nvPr>
        </p:nvSpPr>
        <p:spPr>
          <a:xfrm>
            <a:off x="4654748" y="1631156"/>
            <a:ext cx="4102299" cy="3951164"/>
          </a:xfrm>
          <a:solidFill>
            <a:schemeClr val="bg1">
              <a:lumMod val="95000"/>
            </a:schemeClr>
          </a:solidFill>
        </p:spPr>
        <p:txBody>
          <a:bodyPr/>
          <a:lstStyle/>
          <a:p>
            <a:r>
              <a:rPr lang="de-DE"/>
              <a:t> </a:t>
            </a:r>
            <a:endParaRPr lang="de-DE"/>
          </a:p>
        </p:txBody>
      </p:sp>
      <p:sp>
        <p:nvSpPr>
          <p:cNvPr id="17" name="Textplatzhalter 10"/>
          <p:cNvSpPr>
            <a:spLocks noGrp="1"/>
          </p:cNvSpPr>
          <p:nvPr>
            <p:ph type="body" sz="quarter" idx="28" hasCustomPrompt="1"/>
          </p:nvPr>
        </p:nvSpPr>
        <p:spPr>
          <a:xfrm>
            <a:off x="4654748" y="5690271"/>
            <a:ext cx="4102299" cy="511084"/>
          </a:xfrm>
        </p:spPr>
        <p:txBody>
          <a:bodyPr wrap="square">
            <a:noAutofit/>
          </a:bodyPr>
          <a:lstStyle>
            <a:lvl1pPr>
              <a:lnSpc>
                <a:spcPct val="110000"/>
              </a:lnSpc>
              <a:spcAft>
                <a:spcPts val="0"/>
              </a:spcAft>
              <a:defRPr sz="1200"/>
            </a:lvl1pPr>
          </a:lstStyle>
          <a:p>
            <a:pPr lvl="0"/>
            <a:r>
              <a:rPr lang="de-DE" dirty="0"/>
              <a:t>Mastertextformat bearbeiten</a:t>
            </a:r>
            <a:endParaRPr lang="de-DE" dirty="0"/>
          </a:p>
        </p:txBody>
      </p:sp>
      <p:sp>
        <p:nvSpPr>
          <p:cNvPr id="11"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8"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folie | 3x">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0DC7A79B-9881-4DED-A4BA-2C4ED50E54A4}"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a:xfrm>
            <a:off x="8603158" y="6634667"/>
            <a:ext cx="153889" cy="92333"/>
          </a:xfrm>
        </p:spPr>
        <p:txBody>
          <a:bodyPr/>
          <a:lstStyle/>
          <a:p>
            <a:fld id="{D949F9DF-37BD-4CD6-BF49-65BA579E1D7A}" type="slidenum">
              <a:rPr lang="de-DE" smtClean="0"/>
            </a:fld>
            <a:endParaRPr lang="de-DE"/>
          </a:p>
        </p:txBody>
      </p:sp>
      <p:sp>
        <p:nvSpPr>
          <p:cNvPr id="18" name="Titel 17"/>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
        <p:nvSpPr>
          <p:cNvPr id="21" name="Bildplatzhalter 8"/>
          <p:cNvSpPr>
            <a:spLocks noGrp="1"/>
          </p:cNvSpPr>
          <p:nvPr>
            <p:ph type="pic" sz="quarter" idx="25" hasCustomPrompt="1"/>
          </p:nvPr>
        </p:nvSpPr>
        <p:spPr>
          <a:xfrm>
            <a:off x="388738" y="1631156"/>
            <a:ext cx="2677319" cy="3951164"/>
          </a:xfrm>
          <a:solidFill>
            <a:schemeClr val="bg1">
              <a:lumMod val="95000"/>
            </a:schemeClr>
          </a:solidFill>
        </p:spPr>
        <p:txBody>
          <a:bodyPr/>
          <a:lstStyle/>
          <a:p>
            <a:r>
              <a:rPr lang="de-DE"/>
              <a:t> </a:t>
            </a:r>
            <a:endParaRPr lang="de-DE"/>
          </a:p>
        </p:txBody>
      </p:sp>
      <p:sp>
        <p:nvSpPr>
          <p:cNvPr id="22" name="Textplatzhalter 10"/>
          <p:cNvSpPr>
            <a:spLocks noGrp="1"/>
          </p:cNvSpPr>
          <p:nvPr>
            <p:ph type="body" sz="quarter" idx="26" hasCustomPrompt="1"/>
          </p:nvPr>
        </p:nvSpPr>
        <p:spPr>
          <a:xfrm>
            <a:off x="388738" y="5690271"/>
            <a:ext cx="2677319" cy="511084"/>
          </a:xfrm>
        </p:spPr>
        <p:txBody>
          <a:bodyPr wrap="square" rIns="180000">
            <a:noAutofit/>
          </a:bodyPr>
          <a:lstStyle>
            <a:lvl1pPr>
              <a:lnSpc>
                <a:spcPct val="110000"/>
              </a:lnSpc>
              <a:spcAft>
                <a:spcPts val="0"/>
              </a:spcAft>
              <a:defRPr sz="1200"/>
            </a:lvl1pPr>
          </a:lstStyle>
          <a:p>
            <a:pPr lvl="0"/>
            <a:r>
              <a:rPr lang="de-DE" dirty="0"/>
              <a:t>Mastertextformat bearbeiten</a:t>
            </a:r>
            <a:endParaRPr lang="de-DE" dirty="0"/>
          </a:p>
        </p:txBody>
      </p:sp>
      <p:sp>
        <p:nvSpPr>
          <p:cNvPr id="23" name="Bildplatzhalter 8"/>
          <p:cNvSpPr>
            <a:spLocks noGrp="1"/>
          </p:cNvSpPr>
          <p:nvPr>
            <p:ph type="pic" sz="quarter" idx="27" hasCustomPrompt="1"/>
          </p:nvPr>
        </p:nvSpPr>
        <p:spPr>
          <a:xfrm>
            <a:off x="6079729" y="1631156"/>
            <a:ext cx="2677319" cy="3951164"/>
          </a:xfrm>
          <a:solidFill>
            <a:schemeClr val="bg1">
              <a:lumMod val="95000"/>
            </a:schemeClr>
          </a:solidFill>
        </p:spPr>
        <p:txBody>
          <a:bodyPr/>
          <a:lstStyle/>
          <a:p>
            <a:r>
              <a:rPr lang="de-DE"/>
              <a:t> </a:t>
            </a:r>
            <a:endParaRPr lang="de-DE"/>
          </a:p>
        </p:txBody>
      </p:sp>
      <p:sp>
        <p:nvSpPr>
          <p:cNvPr id="24" name="Textplatzhalter 10"/>
          <p:cNvSpPr>
            <a:spLocks noGrp="1"/>
          </p:cNvSpPr>
          <p:nvPr>
            <p:ph type="body" sz="quarter" idx="28" hasCustomPrompt="1"/>
          </p:nvPr>
        </p:nvSpPr>
        <p:spPr>
          <a:xfrm>
            <a:off x="6079729" y="5690271"/>
            <a:ext cx="2677319" cy="511084"/>
          </a:xfrm>
        </p:spPr>
        <p:txBody>
          <a:bodyPr wrap="square" rIns="180000">
            <a:noAutofit/>
          </a:bodyPr>
          <a:lstStyle>
            <a:lvl1pPr>
              <a:lnSpc>
                <a:spcPct val="110000"/>
              </a:lnSpc>
              <a:spcAft>
                <a:spcPts val="0"/>
              </a:spcAft>
              <a:defRPr sz="1200"/>
            </a:lvl1pPr>
          </a:lstStyle>
          <a:p>
            <a:pPr lvl="0"/>
            <a:r>
              <a:rPr lang="de-DE" dirty="0"/>
              <a:t>Mastertextformat bearbeiten</a:t>
            </a:r>
            <a:endParaRPr lang="de-DE" dirty="0"/>
          </a:p>
        </p:txBody>
      </p:sp>
      <p:sp>
        <p:nvSpPr>
          <p:cNvPr id="25" name="Bildplatzhalter 8"/>
          <p:cNvSpPr>
            <a:spLocks noGrp="1"/>
          </p:cNvSpPr>
          <p:nvPr>
            <p:ph type="pic" sz="quarter" idx="29" hasCustomPrompt="1"/>
          </p:nvPr>
        </p:nvSpPr>
        <p:spPr>
          <a:xfrm>
            <a:off x="3234233" y="1631156"/>
            <a:ext cx="2677319" cy="3951164"/>
          </a:xfrm>
          <a:solidFill>
            <a:schemeClr val="bg1">
              <a:lumMod val="95000"/>
            </a:schemeClr>
          </a:solidFill>
        </p:spPr>
        <p:txBody>
          <a:bodyPr/>
          <a:lstStyle/>
          <a:p>
            <a:r>
              <a:rPr lang="de-DE"/>
              <a:t> </a:t>
            </a:r>
            <a:endParaRPr lang="de-DE"/>
          </a:p>
        </p:txBody>
      </p:sp>
      <p:sp>
        <p:nvSpPr>
          <p:cNvPr id="26" name="Textplatzhalter 10"/>
          <p:cNvSpPr>
            <a:spLocks noGrp="1"/>
          </p:cNvSpPr>
          <p:nvPr>
            <p:ph type="body" sz="quarter" idx="30" hasCustomPrompt="1"/>
          </p:nvPr>
        </p:nvSpPr>
        <p:spPr>
          <a:xfrm>
            <a:off x="3234233" y="5690271"/>
            <a:ext cx="2677319" cy="511084"/>
          </a:xfrm>
        </p:spPr>
        <p:txBody>
          <a:bodyPr wrap="square" rIns="180000">
            <a:noAutofit/>
          </a:bodyPr>
          <a:lstStyle>
            <a:lvl1pPr>
              <a:lnSpc>
                <a:spcPct val="110000"/>
              </a:lnSpc>
              <a:spcAft>
                <a:spcPts val="0"/>
              </a:spcAft>
              <a:defRPr sz="1200"/>
            </a:lvl1pPr>
          </a:lstStyle>
          <a:p>
            <a:pPr lvl="0"/>
            <a:r>
              <a:rPr lang="de-DE" dirty="0"/>
              <a:t>Mastertextformat bearbeiten</a:t>
            </a:r>
            <a:endParaRPr lang="de-DE" dirty="0"/>
          </a:p>
        </p:txBody>
      </p:sp>
      <p:sp>
        <p:nvSpPr>
          <p:cNvPr id="13"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5"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E96566A2-775E-4BA9-B97B-9C858BB9422E}"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
        <p:nvSpPr>
          <p:cNvPr id="8" name="Inhaltsplatzhalter 7"/>
          <p:cNvSpPr>
            <a:spLocks noGrp="1"/>
          </p:cNvSpPr>
          <p:nvPr>
            <p:ph sz="quarter" idx="14" hasCustomPrompt="1"/>
          </p:nvPr>
        </p:nvSpPr>
        <p:spPr>
          <a:xfrm>
            <a:off x="388738" y="1631156"/>
            <a:ext cx="8366525" cy="4569619"/>
          </a:xfrm>
        </p:spPr>
        <p:txBody>
          <a:bodyPr/>
          <a:lstStyle/>
          <a:p>
            <a:pPr lvl="0"/>
            <a:r>
              <a:rPr lang="de-DE" dirty="0"/>
              <a:t> </a:t>
            </a:r>
            <a:endParaRPr lang="de-DE" dirty="0"/>
          </a:p>
        </p:txBody>
      </p:sp>
      <p:sp>
        <p:nvSpPr>
          <p:cNvPr id="9" name="Titel 8"/>
          <p:cNvSpPr>
            <a:spLocks noGrp="1"/>
          </p:cNvSpPr>
          <p:nvPr>
            <p:ph type="title" hasCustomPrompt="1"/>
          </p:nvPr>
        </p:nvSpPr>
        <p:spPr/>
        <p:txBody>
          <a:bodyPr/>
          <a:lstStyle>
            <a:lvl1pPr>
              <a:defRPr>
                <a:solidFill>
                  <a:srgbClr val="041E42"/>
                </a:solidFill>
              </a:defRPr>
            </a:lvl1pPr>
          </a:lstStyle>
          <a:p>
            <a:r>
              <a:rPr lang="de-DE"/>
              <a:t>Mastertitelformat bearbeiten</a:t>
            </a:r>
            <a:endParaRPr lang="de-DE"/>
          </a:p>
        </p:txBody>
      </p:sp>
      <p:sp>
        <p:nvSpPr>
          <p:cNvPr id="10"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3"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sfolie | zweispaltig">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7AF79EFA-4286-46B9-B798-2EC26E89C8E0}"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a:xfrm>
            <a:off x="8603158" y="6634667"/>
            <a:ext cx="153889" cy="92333"/>
          </a:xfrm>
        </p:spPr>
        <p:txBody>
          <a:bodyPr/>
          <a:lstStyle/>
          <a:p>
            <a:fld id="{D949F9DF-37BD-4CD6-BF49-65BA579E1D7A}" type="slidenum">
              <a:rPr lang="de-DE" smtClean="0"/>
            </a:fld>
            <a:endParaRPr lang="de-DE"/>
          </a:p>
        </p:txBody>
      </p:sp>
      <p:sp>
        <p:nvSpPr>
          <p:cNvPr id="8" name="Inhaltsplatzhalter 7"/>
          <p:cNvSpPr>
            <a:spLocks noGrp="1"/>
          </p:cNvSpPr>
          <p:nvPr>
            <p:ph sz="quarter" idx="14" hasCustomPrompt="1"/>
          </p:nvPr>
        </p:nvSpPr>
        <p:spPr>
          <a:xfrm>
            <a:off x="388738" y="1631156"/>
            <a:ext cx="4102300" cy="4569619"/>
          </a:xfrm>
        </p:spPr>
        <p:txBody>
          <a:bodyPr/>
          <a:lstStyle/>
          <a:p>
            <a:pPr lvl="0"/>
            <a:r>
              <a:rPr lang="de-DE" dirty="0"/>
              <a:t> </a:t>
            </a:r>
            <a:endParaRPr lang="de-DE" dirty="0"/>
          </a:p>
        </p:txBody>
      </p:sp>
      <p:sp>
        <p:nvSpPr>
          <p:cNvPr id="9" name="Titel 8"/>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
        <p:nvSpPr>
          <p:cNvPr id="10"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1" name="Inhaltsplatzhalter 7"/>
          <p:cNvSpPr>
            <a:spLocks noGrp="1"/>
          </p:cNvSpPr>
          <p:nvPr>
            <p:ph sz="quarter" idx="39" hasCustomPrompt="1"/>
          </p:nvPr>
        </p:nvSpPr>
        <p:spPr>
          <a:xfrm>
            <a:off x="4654748" y="1631156"/>
            <a:ext cx="4102300" cy="4569619"/>
          </a:xfrm>
        </p:spPr>
        <p:txBody>
          <a:bodyPr/>
          <a:lstStyle/>
          <a:p>
            <a:pPr lvl="0"/>
            <a:r>
              <a:rPr lang="de-DE" dirty="0"/>
              <a:t> </a:t>
            </a:r>
            <a:endParaRPr lang="de-DE" dirty="0"/>
          </a:p>
        </p:txBody>
      </p:sp>
      <p:sp>
        <p:nvSpPr>
          <p:cNvPr id="14"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altsfolie | mit Text">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B43DA763-1491-4619-ABCB-5D73BAA6918F}"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
        <p:nvSpPr>
          <p:cNvPr id="7" name="Textplatzhalter 6"/>
          <p:cNvSpPr>
            <a:spLocks noGrp="1"/>
          </p:cNvSpPr>
          <p:nvPr>
            <p:ph type="body" sz="quarter" idx="15" hasCustomPrompt="1"/>
          </p:nvPr>
        </p:nvSpPr>
        <p:spPr>
          <a:xfrm>
            <a:off x="6078646" y="1631156"/>
            <a:ext cx="2678400" cy="4569620"/>
          </a:xfrm>
        </p:spPr>
        <p:txBody>
          <a:bodyPr rIns="180000"/>
          <a:lstStyle/>
          <a:p>
            <a:pPr lvl="0"/>
            <a:r>
              <a:rPr lang="de-DE" dirty="0"/>
              <a:t>Mastertextformat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6" name="Titel 5"/>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
        <p:nvSpPr>
          <p:cNvPr id="9" name="Inhaltsplatzhalter 7"/>
          <p:cNvSpPr>
            <a:spLocks noGrp="1"/>
          </p:cNvSpPr>
          <p:nvPr>
            <p:ph sz="quarter" idx="16" hasCustomPrompt="1"/>
          </p:nvPr>
        </p:nvSpPr>
        <p:spPr>
          <a:xfrm>
            <a:off x="388738" y="1631157"/>
            <a:ext cx="5522814" cy="4569620"/>
          </a:xfrm>
        </p:spPr>
        <p:txBody>
          <a:bodyPr/>
          <a:lstStyle/>
          <a:p>
            <a:pPr lvl="0"/>
            <a:r>
              <a:rPr lang="de-DE" dirty="0"/>
              <a:t> </a:t>
            </a:r>
            <a:endParaRPr lang="de-DE" dirty="0"/>
          </a:p>
        </p:txBody>
      </p:sp>
      <p:sp>
        <p:nvSpPr>
          <p:cNvPr id="11"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4"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Nur Titel | Blau">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tx1"/>
                </a:solidFill>
              </a:defRPr>
            </a:lvl1pPr>
          </a:lstStyle>
          <a:p>
            <a:r>
              <a:rPr lang="de-DE" dirty="0"/>
              <a:t>Mastertitelformat bearbeiten</a:t>
            </a:r>
            <a:endParaRPr lang="de-DE" dirty="0"/>
          </a:p>
        </p:txBody>
      </p:sp>
      <p:sp>
        <p:nvSpPr>
          <p:cNvPr id="3" name="Datumsplatzhalter 2"/>
          <p:cNvSpPr>
            <a:spLocks noGrp="1"/>
          </p:cNvSpPr>
          <p:nvPr>
            <p:ph type="dt" sz="half" idx="10"/>
          </p:nvPr>
        </p:nvSpPr>
        <p:spPr/>
        <p:txBody>
          <a:bodyPr/>
          <a:lstStyle>
            <a:lvl1pPr>
              <a:defRPr>
                <a:solidFill>
                  <a:schemeClr val="tx1"/>
                </a:solidFill>
              </a:defRPr>
            </a:lvl1pPr>
          </a:lstStyle>
          <a:p>
            <a:fld id="{F513C7F9-C8C5-4A2A-A55B-27C583268242}" type="datetime4">
              <a:rPr lang="de-DE" smtClean="0"/>
            </a:fld>
            <a:endParaRPr lang="de-DE" dirty="0"/>
          </a:p>
        </p:txBody>
      </p:sp>
      <p:sp>
        <p:nvSpPr>
          <p:cNvPr id="4" name="Fußzeilenplatzhalter 3"/>
          <p:cNvSpPr>
            <a:spLocks noGrp="1"/>
          </p:cNvSpPr>
          <p:nvPr>
            <p:ph type="ftr" sz="quarter" idx="11"/>
          </p:nvPr>
        </p:nvSpPr>
        <p:spPr/>
        <p:txBody>
          <a:bodyPr/>
          <a:lstStyle>
            <a:lvl1pPr>
              <a:defRPr>
                <a:solidFill>
                  <a:schemeClr val="tx1"/>
                </a:solidFill>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fld>
            <a:endParaRPr lang="de-DE"/>
          </a:p>
        </p:txBody>
      </p:sp>
      <p:sp>
        <p:nvSpPr>
          <p:cNvPr id="57" name="Rechteck 56"/>
          <p:cNvSpPr/>
          <p:nvPr userDrawn="1"/>
        </p:nvSpPr>
        <p:spPr>
          <a:xfrm>
            <a:off x="387900" y="6538526"/>
            <a:ext cx="8756100" cy="10800"/>
          </a:xfrm>
          <a:prstGeom prst="rect">
            <a:avLst/>
          </a:prstGeom>
          <a:solidFill>
            <a:srgbClr val="971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59" name="Rechteck 58"/>
          <p:cNvSpPr/>
          <p:nvPr userDrawn="1"/>
        </p:nvSpPr>
        <p:spPr>
          <a:xfrm>
            <a:off x="388800" y="1196733"/>
            <a:ext cx="8757047" cy="72000"/>
          </a:xfrm>
          <a:prstGeom prst="rect">
            <a:avLst/>
          </a:prstGeom>
          <a:solidFill>
            <a:srgbClr val="971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0"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grpSp>
        <p:nvGrpSpPr>
          <p:cNvPr id="11" name="Gruppieren 10"/>
          <p:cNvGrpSpPr/>
          <p:nvPr userDrawn="1"/>
        </p:nvGrpSpPr>
        <p:grpSpPr>
          <a:xfrm>
            <a:off x="-292893" y="160153"/>
            <a:ext cx="250031" cy="136812"/>
            <a:chOff x="-133350" y="2711163"/>
            <a:chExt cx="333375" cy="136812"/>
          </a:xfrm>
        </p:grpSpPr>
        <p:cxnSp>
          <p:nvCxnSpPr>
            <p:cNvPr id="12" name="Gerader Verbinder 11"/>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feld 12"/>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14" name="Gruppieren 13"/>
          <p:cNvGrpSpPr/>
          <p:nvPr userDrawn="1"/>
        </p:nvGrpSpPr>
        <p:grpSpPr>
          <a:xfrm>
            <a:off x="-292893" y="1131703"/>
            <a:ext cx="250031" cy="136812"/>
            <a:chOff x="-133350" y="2711163"/>
            <a:chExt cx="333375" cy="136812"/>
          </a:xfrm>
        </p:grpSpPr>
        <p:cxnSp>
          <p:nvCxnSpPr>
            <p:cNvPr id="15" name="Gerader Verbinder 14"/>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feld 15"/>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06,00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17" name="Gruppieren 16"/>
          <p:cNvGrpSpPr/>
          <p:nvPr userDrawn="1"/>
        </p:nvGrpSpPr>
        <p:grpSpPr>
          <a:xfrm>
            <a:off x="-292893" y="1491963"/>
            <a:ext cx="250031" cy="136812"/>
            <a:chOff x="-133350" y="2711163"/>
            <a:chExt cx="333375" cy="136812"/>
          </a:xfrm>
        </p:grpSpPr>
        <p:cxnSp>
          <p:nvCxnSpPr>
            <p:cNvPr id="18" name="Gerader Verbinder 17"/>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05,00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20" name="Gruppieren 19"/>
          <p:cNvGrpSpPr/>
          <p:nvPr userDrawn="1"/>
        </p:nvGrpSpPr>
        <p:grpSpPr>
          <a:xfrm>
            <a:off x="-292893" y="3292188"/>
            <a:ext cx="250031" cy="136812"/>
            <a:chOff x="-133350" y="2711163"/>
            <a:chExt cx="333375" cy="136812"/>
          </a:xfrm>
        </p:grpSpPr>
        <p:cxnSp>
          <p:nvCxnSpPr>
            <p:cNvPr id="21" name="Gerader Verbinder 20"/>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23" name="Gruppieren 22"/>
          <p:cNvGrpSpPr/>
          <p:nvPr userDrawn="1"/>
        </p:nvGrpSpPr>
        <p:grpSpPr>
          <a:xfrm>
            <a:off x="-292893" y="6063963"/>
            <a:ext cx="250031" cy="136812"/>
            <a:chOff x="-133350" y="2711163"/>
            <a:chExt cx="333375" cy="136812"/>
          </a:xfrm>
        </p:grpSpPr>
        <p:cxnSp>
          <p:nvCxnSpPr>
            <p:cNvPr id="24" name="Gerader Verbinder 23"/>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feld 24"/>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07,70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26" name="Gruppieren 25"/>
          <p:cNvGrpSpPr/>
          <p:nvPr userDrawn="1"/>
        </p:nvGrpSpPr>
        <p:grpSpPr>
          <a:xfrm>
            <a:off x="-292893" y="6495763"/>
            <a:ext cx="250031" cy="136812"/>
            <a:chOff x="-133350" y="2711163"/>
            <a:chExt cx="333375" cy="136812"/>
          </a:xfrm>
        </p:grpSpPr>
        <p:cxnSp>
          <p:nvCxnSpPr>
            <p:cNvPr id="27" name="Gerader Verbinder 26"/>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feld 27"/>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08,90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29" name="Gruppieren 28"/>
          <p:cNvGrpSpPr/>
          <p:nvPr userDrawn="1"/>
        </p:nvGrpSpPr>
        <p:grpSpPr>
          <a:xfrm rot="16200000">
            <a:off x="169567" y="-282035"/>
            <a:ext cx="333375" cy="102606"/>
            <a:chOff x="-133350" y="2711167"/>
            <a:chExt cx="333375" cy="136808"/>
          </a:xfrm>
        </p:grpSpPr>
        <p:cxnSp>
          <p:nvCxnSpPr>
            <p:cNvPr id="30" name="Gerader Verbinder 29"/>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feld 30"/>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32" name="Gruppieren 31"/>
          <p:cNvGrpSpPr/>
          <p:nvPr userDrawn="1"/>
        </p:nvGrpSpPr>
        <p:grpSpPr>
          <a:xfrm rot="16200000">
            <a:off x="4273057" y="-282036"/>
            <a:ext cx="333375" cy="102603"/>
            <a:chOff x="-133350" y="2711171"/>
            <a:chExt cx="333375" cy="136804"/>
          </a:xfrm>
        </p:grpSpPr>
        <p:cxnSp>
          <p:nvCxnSpPr>
            <p:cNvPr id="33" name="Gerader Verbinder 32"/>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extfeld 33"/>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35" name="Gruppieren 34"/>
          <p:cNvGrpSpPr/>
          <p:nvPr userDrawn="1"/>
        </p:nvGrpSpPr>
        <p:grpSpPr>
          <a:xfrm>
            <a:off x="4652949" y="-397424"/>
            <a:ext cx="93680" cy="333375"/>
            <a:chOff x="6416679" y="-397424"/>
            <a:chExt cx="124907" cy="333375"/>
          </a:xfrm>
        </p:grpSpPr>
        <p:cxnSp>
          <p:nvCxnSpPr>
            <p:cNvPr id="36" name="Gerader Verbinder 35"/>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feld 36"/>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cxnSp>
        <p:nvCxnSpPr>
          <p:cNvPr id="38" name="Gerader Verbinder 37"/>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9" name="Gruppieren 38"/>
          <p:cNvGrpSpPr/>
          <p:nvPr userDrawn="1"/>
        </p:nvGrpSpPr>
        <p:grpSpPr>
          <a:xfrm rot="16200000">
            <a:off x="8543829" y="-282039"/>
            <a:ext cx="333375" cy="102600"/>
            <a:chOff x="-133350" y="2711175"/>
            <a:chExt cx="333375" cy="136800"/>
          </a:xfrm>
        </p:grpSpPr>
        <p:cxnSp>
          <p:nvCxnSpPr>
            <p:cNvPr id="40" name="Gerader Verbinder 39"/>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feld 40"/>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sp>
        <p:nvSpPr>
          <p:cNvPr id="45"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chemeClr val="tx2"/>
                </a:solidFill>
              </a:defRPr>
            </a:lvl1pPr>
          </a:lstStyle>
          <a:p>
            <a:pPr lvl="0"/>
            <a:r>
              <a:rPr lang="de-DE" dirty="0"/>
              <a:t>Mastertextformat bearbeiten</a:t>
            </a:r>
            <a:endParaRPr lang="de-DE" dirty="0"/>
          </a:p>
        </p:txBody>
      </p:sp>
      <p:sp>
        <p:nvSpPr>
          <p:cNvPr id="42" name="Freihandform: Form 43"/>
          <p:cNvSpPr>
            <a:spLocks noChangeAspect="1"/>
          </p:cNvSpPr>
          <p:nvPr userDrawn="1"/>
        </p:nvSpPr>
        <p:spPr>
          <a:xfrm>
            <a:off x="7673724" y="296770"/>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de-DE" sz="1800" b="0" i="0" u="none" strike="noStrike" kern="0" cap="none" spc="0" normalizeH="0" baseline="0" noProof="0">
              <a:ln>
                <a:noFill/>
              </a:ln>
              <a:solidFill>
                <a:prstClr val="black"/>
              </a:solidFill>
              <a:effectLst/>
              <a:uLnTx/>
              <a:uFillTx/>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 weiß">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
        <p:nvSpPr>
          <p:cNvPr id="3" name="Datumsplatzhalter 2"/>
          <p:cNvSpPr>
            <a:spLocks noGrp="1"/>
          </p:cNvSpPr>
          <p:nvPr>
            <p:ph type="dt" sz="half" idx="10"/>
          </p:nvPr>
        </p:nvSpPr>
        <p:spPr/>
        <p:txBody>
          <a:bodyPr/>
          <a:lstStyle/>
          <a:p>
            <a:fld id="{97EBF3D7-A87E-479D-96BE-7C3C5BEC046C}" type="datetime4">
              <a:rPr lang="de-DE" smtClean="0"/>
            </a:fld>
            <a:endParaRPr lang="de-DE" dirty="0"/>
          </a:p>
        </p:txBody>
      </p:sp>
      <p:sp>
        <p:nvSpPr>
          <p:cNvPr id="4" name="Fußzeilenplatzhalter 3"/>
          <p:cNvSpPr>
            <a:spLocks noGrp="1"/>
          </p:cNvSpPr>
          <p:nvPr>
            <p:ph type="ftr" sz="quarter" idx="11"/>
          </p:nvPr>
        </p:nvSpPr>
        <p:spPr/>
        <p:txBody>
          <a:bodyPr/>
          <a:lstStyle>
            <a:lvl1pPr>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
        <p:nvSpPr>
          <p:cNvPr id="7"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0"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defRPr>
            </a:lvl1pPr>
          </a:lstStyle>
          <a:p>
            <a:pPr lvl="0"/>
            <a:r>
              <a:rPr lang="de-DE" dirty="0"/>
              <a:t>Mastertextformat bearbeiten</a:t>
            </a:r>
            <a:endParaRPr lang="de-DE"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itatfoli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rgbClr val="041E42"/>
                </a:solidFill>
              </a:defRPr>
            </a:lvl1pPr>
          </a:lstStyle>
          <a:p>
            <a:r>
              <a:rPr lang="de-DE" dirty="0"/>
              <a:t>Mastertitelformat bearbeiten</a:t>
            </a:r>
            <a:endParaRPr lang="de-DE" dirty="0"/>
          </a:p>
        </p:txBody>
      </p:sp>
      <p:sp>
        <p:nvSpPr>
          <p:cNvPr id="3" name="Datumsplatzhalter 2"/>
          <p:cNvSpPr>
            <a:spLocks noGrp="1"/>
          </p:cNvSpPr>
          <p:nvPr>
            <p:ph type="dt" sz="half" idx="10"/>
          </p:nvPr>
        </p:nvSpPr>
        <p:spPr>
          <a:xfrm>
            <a:off x="7930836" y="6634667"/>
            <a:ext cx="519373" cy="107722"/>
          </a:xfrm>
        </p:spPr>
        <p:txBody>
          <a:bodyPr/>
          <a:lstStyle>
            <a:lvl1pPr>
              <a:defRPr>
                <a:latin typeface="+mn-lt"/>
              </a:defRPr>
            </a:lvl1pPr>
          </a:lstStyle>
          <a:p>
            <a:fld id="{7ABE08A9-3202-47DC-83C7-EDE26E81ADA1}" type="datetime4">
              <a:rPr lang="de-DE" smtClean="0"/>
            </a:fld>
            <a:endParaRPr lang="de-DE" dirty="0"/>
          </a:p>
        </p:txBody>
      </p:sp>
      <p:sp>
        <p:nvSpPr>
          <p:cNvPr id="4" name="Fußzeilenplatzhalter 3"/>
          <p:cNvSpPr>
            <a:spLocks noGrp="1"/>
          </p:cNvSpPr>
          <p:nvPr>
            <p:ph type="ftr" sz="quarter" idx="11"/>
          </p:nvPr>
        </p:nvSpPr>
        <p:spPr/>
        <p:txBody>
          <a:bodyPr/>
          <a:lstStyle>
            <a:lvl1pPr>
              <a:defRPr>
                <a:latin typeface="+mn-lt"/>
              </a:defRPr>
            </a:lvl1p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lvl1pPr>
              <a:defRPr>
                <a:latin typeface="+mn-lt"/>
              </a:defRPr>
            </a:lvl1pPr>
          </a:lstStyle>
          <a:p>
            <a:fld id="{D949F9DF-37BD-4CD6-BF49-65BA579E1D7A}" type="slidenum">
              <a:rPr lang="de-DE" smtClean="0"/>
            </a:fld>
            <a:endParaRPr lang="de-DE"/>
          </a:p>
        </p:txBody>
      </p:sp>
      <p:sp>
        <p:nvSpPr>
          <p:cNvPr id="7" name="Rechteck 6"/>
          <p:cNvSpPr/>
          <p:nvPr userDrawn="1"/>
        </p:nvSpPr>
        <p:spPr>
          <a:xfrm>
            <a:off x="388738" y="1631156"/>
            <a:ext cx="8368310" cy="45696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35000" tIns="135000" rIns="135000" bIns="135000" rtlCol="0" anchor="ctr"/>
          <a:lstStyle/>
          <a:p>
            <a:pPr marL="0" marR="0" indent="0" algn="l" defTabSz="685800" rtl="0" eaLnBrk="1" fontAlgn="auto" latinLnBrk="0" hangingPunct="1">
              <a:lnSpc>
                <a:spcPct val="110000"/>
              </a:lnSpc>
              <a:spcBef>
                <a:spcPts val="0"/>
              </a:spcBef>
              <a:spcAft>
                <a:spcPts val="900"/>
              </a:spcAft>
              <a:buClrTx/>
              <a:buSzTx/>
              <a:buFont typeface="Arial" panose="020B0604020202090204" pitchFamily="34" charset="0"/>
              <a:buNone/>
            </a:pPr>
            <a:endParaRPr kumimoji="0" lang="de-DE" sz="1200" b="0" i="0" u="none" strike="noStrike" kern="1200" cap="none" spc="0" normalizeH="0" baseline="0" noProof="0" dirty="0">
              <a:ln>
                <a:noFill/>
              </a:ln>
              <a:solidFill>
                <a:schemeClr val="bg1"/>
              </a:solidFill>
              <a:effectLst/>
              <a:uLnTx/>
              <a:uFillTx/>
              <a:latin typeface="+mn-lt"/>
              <a:ea typeface="+mn-ea"/>
              <a:cs typeface="+mn-cs"/>
            </a:endParaRPr>
          </a:p>
        </p:txBody>
      </p:sp>
      <p:sp>
        <p:nvSpPr>
          <p:cNvPr id="9" name="Textplatzhalter 8"/>
          <p:cNvSpPr>
            <a:spLocks noGrp="1"/>
          </p:cNvSpPr>
          <p:nvPr>
            <p:ph type="body" sz="quarter" idx="24" hasCustomPrompt="1"/>
          </p:nvPr>
        </p:nvSpPr>
        <p:spPr>
          <a:xfrm>
            <a:off x="1872893" y="2835964"/>
            <a:ext cx="5400000" cy="2160000"/>
          </a:xfrm>
        </p:spPr>
        <p:txBody>
          <a:bodyPr rIns="0" anchor="ctr" anchorCtr="0">
            <a:normAutofit/>
          </a:bodyPr>
          <a:lstStyle>
            <a:lvl1pPr algn="ctr">
              <a:defRPr sz="1600" i="1">
                <a:solidFill>
                  <a:srgbClr val="041E42"/>
                </a:solidFill>
                <a:latin typeface="+mn-lt"/>
              </a:defRPr>
            </a:lvl1pPr>
            <a:lvl2pPr marL="0" indent="0">
              <a:buNone/>
              <a:defRPr/>
            </a:lvl2pPr>
          </a:lstStyle>
          <a:p>
            <a:pPr lvl="0"/>
            <a:r>
              <a:rPr lang="de-DE" dirty="0"/>
              <a:t>„Mastertextformat bearbeiten“</a:t>
            </a:r>
            <a:endParaRPr lang="de-DE" dirty="0"/>
          </a:p>
        </p:txBody>
      </p:sp>
      <p:sp>
        <p:nvSpPr>
          <p:cNvPr id="10" name="Bildplatzhalter 6"/>
          <p:cNvSpPr>
            <a:spLocks noGrp="1"/>
          </p:cNvSpPr>
          <p:nvPr>
            <p:ph type="pic" sz="quarter" idx="38" hasCustomPrompt="1"/>
          </p:nvPr>
        </p:nvSpPr>
        <p:spPr>
          <a:xfrm>
            <a:off x="6328017" y="301186"/>
            <a:ext cx="810000" cy="386413"/>
          </a:xfrm>
        </p:spPr>
        <p:txBody>
          <a:bodyPr rIns="0" anchor="ctr" anchorCtr="0">
            <a:normAutofit/>
          </a:bodyPr>
          <a:lstStyle>
            <a:lvl1pPr algn="ctr">
              <a:defRPr sz="600">
                <a:solidFill>
                  <a:schemeClr val="accent6"/>
                </a:solidFill>
              </a:defRPr>
            </a:lvl1pPr>
          </a:lstStyle>
          <a:p>
            <a:r>
              <a:rPr lang="de-DE" dirty="0"/>
              <a:t>Optional Logo einfügen</a:t>
            </a:r>
            <a:endParaRPr lang="de-DE" dirty="0"/>
          </a:p>
        </p:txBody>
      </p:sp>
      <p:sp>
        <p:nvSpPr>
          <p:cNvPr id="12" name="Textplatzhalter 9"/>
          <p:cNvSpPr>
            <a:spLocks noGrp="1"/>
          </p:cNvSpPr>
          <p:nvPr>
            <p:ph type="body" sz="quarter" idx="37" hasCustomPrompt="1"/>
          </p:nvPr>
        </p:nvSpPr>
        <p:spPr>
          <a:xfrm>
            <a:off x="388738" y="611950"/>
            <a:ext cx="5133289" cy="218586"/>
          </a:xfrm>
        </p:spPr>
        <p:txBody>
          <a:bodyPr wrap="square">
            <a:spAutoFit/>
          </a:bodyPr>
          <a:lstStyle>
            <a:lvl1pPr>
              <a:defRPr sz="1400">
                <a:solidFill>
                  <a:srgbClr val="041E42"/>
                </a:solidFill>
                <a:latin typeface="+mn-lt"/>
              </a:defRPr>
            </a:lvl1pPr>
          </a:lstStyle>
          <a:p>
            <a:pPr lvl="0"/>
            <a:r>
              <a:rPr lang="de-DE" dirty="0"/>
              <a:t>Mastertextformat bearbeiten</a:t>
            </a:r>
            <a:endParaRPr lang="de-DE"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Schlussfolie">
    <p:bg>
      <p:bgRef idx="1001">
        <a:schemeClr val="bg2"/>
      </p:bgRef>
    </p:bg>
    <p:spTree>
      <p:nvGrpSpPr>
        <p:cNvPr id="1" name=""/>
        <p:cNvGrpSpPr/>
        <p:nvPr/>
      </p:nvGrpSpPr>
      <p:grpSpPr>
        <a:xfrm>
          <a:off x="0" y="0"/>
          <a:ext cx="0" cy="0"/>
          <a:chOff x="0" y="0"/>
          <a:chExt cx="0" cy="0"/>
        </a:xfrm>
      </p:grpSpPr>
      <p:sp>
        <p:nvSpPr>
          <p:cNvPr id="57" name="Textplatzhalter 167"/>
          <p:cNvSpPr>
            <a:spLocks noGrp="1"/>
          </p:cNvSpPr>
          <p:nvPr>
            <p:ph type="body" sz="quarter" idx="12" hasCustomPrompt="1"/>
          </p:nvPr>
        </p:nvSpPr>
        <p:spPr>
          <a:xfrm>
            <a:off x="0" y="1628776"/>
            <a:ext cx="9144000" cy="5229225"/>
          </a:xfrm>
          <a:gradFill>
            <a:gsLst>
              <a:gs pos="50000">
                <a:schemeClr val="bg2">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3000" b="1" dirty="0">
                <a:latin typeface="+mj-lt"/>
                <a:ea typeface="+mj-ea"/>
                <a:cs typeface="+mj-cs"/>
              </a:defRPr>
            </a:lvl1pPr>
          </a:lstStyle>
          <a:p>
            <a:pPr lvl="0">
              <a:spcBef>
                <a:spcPct val="0"/>
              </a:spcBef>
            </a:pPr>
            <a:r>
              <a:rPr lang="de-DE" dirty="0"/>
              <a:t> </a:t>
            </a:r>
            <a:endParaRPr lang="de-DE" dirty="0"/>
          </a:p>
        </p:txBody>
      </p:sp>
      <p:sp>
        <p:nvSpPr>
          <p:cNvPr id="59" name="Bildplatzhalter 60"/>
          <p:cNvSpPr>
            <a:spLocks noGrp="1"/>
          </p:cNvSpPr>
          <p:nvPr>
            <p:ph type="pic" sz="quarter" idx="10" hasCustomPrompt="1"/>
          </p:nvPr>
        </p:nvSpPr>
        <p:spPr>
          <a:xfrm>
            <a:off x="0" y="1628775"/>
            <a:ext cx="9144000" cy="5229226"/>
          </a:xfrm>
          <a:solidFill>
            <a:schemeClr val="tx1">
              <a:lumMod val="95000"/>
            </a:schemeClr>
          </a:solidFill>
        </p:spPr>
        <p:txBody>
          <a:bodyPr/>
          <a:lstStyle/>
          <a:p>
            <a:r>
              <a:rPr lang="de-DE" dirty="0"/>
              <a:t> </a:t>
            </a:r>
            <a:endParaRPr lang="de-DE" dirty="0"/>
          </a:p>
        </p:txBody>
      </p:sp>
      <p:sp>
        <p:nvSpPr>
          <p:cNvPr id="60" name="Rechteck 59"/>
          <p:cNvSpPr/>
          <p:nvPr userDrawn="1"/>
        </p:nvSpPr>
        <p:spPr>
          <a:xfrm>
            <a:off x="388800" y="1196733"/>
            <a:ext cx="8757047"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4" name="Textplatzhalter 64"/>
          <p:cNvSpPr>
            <a:spLocks noGrp="1"/>
          </p:cNvSpPr>
          <p:nvPr>
            <p:ph type="body" sz="quarter" idx="13" hasCustomPrompt="1"/>
          </p:nvPr>
        </p:nvSpPr>
        <p:spPr>
          <a:xfrm>
            <a:off x="388738" y="2843231"/>
            <a:ext cx="8368309" cy="1171539"/>
          </a:xfrm>
        </p:spPr>
        <p:txBody>
          <a:bodyPr vert="horz" wrap="square" lIns="0" tIns="0" rIns="360000" bIns="0" rtlCol="0" anchor="ctr" anchorCtr="0">
            <a:spAutoFit/>
          </a:bodyPr>
          <a:lstStyle>
            <a:lvl1pPr>
              <a:spcAft>
                <a:spcPts val="0"/>
              </a:spcAft>
              <a:defRPr lang="de-DE" sz="3600" b="1" dirty="0" smtClean="0">
                <a:latin typeface="+mj-lt"/>
                <a:ea typeface="+mj-ea"/>
                <a:cs typeface="+mj-cs"/>
              </a:defRPr>
            </a:lvl1pPr>
          </a:lstStyle>
          <a:p>
            <a:pPr lvl="0">
              <a:spcBef>
                <a:spcPct val="0"/>
              </a:spcBef>
            </a:pPr>
            <a:r>
              <a:rPr lang="de-DE" dirty="0"/>
              <a:t>Vielen Dank</a:t>
            </a:r>
            <a:br>
              <a:rPr lang="de-DE" dirty="0"/>
            </a:br>
            <a:r>
              <a:rPr lang="de-DE" dirty="0"/>
              <a:t>für Ihre Aufmerksamkeit!</a:t>
            </a:r>
            <a:endParaRPr lang="de-DE" dirty="0"/>
          </a:p>
        </p:txBody>
      </p:sp>
      <p:grpSp>
        <p:nvGrpSpPr>
          <p:cNvPr id="56" name="Gruppieren 55"/>
          <p:cNvGrpSpPr/>
          <p:nvPr userDrawn="1"/>
        </p:nvGrpSpPr>
        <p:grpSpPr>
          <a:xfrm>
            <a:off x="-292893" y="160153"/>
            <a:ext cx="250031" cy="136812"/>
            <a:chOff x="-133350" y="2711163"/>
            <a:chExt cx="333375" cy="136812"/>
          </a:xfrm>
        </p:grpSpPr>
        <p:cxnSp>
          <p:nvCxnSpPr>
            <p:cNvPr id="62" name="Gerader Verbinder 61"/>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feld 62"/>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64" name="Gruppieren 63"/>
          <p:cNvGrpSpPr/>
          <p:nvPr userDrawn="1"/>
        </p:nvGrpSpPr>
        <p:grpSpPr>
          <a:xfrm>
            <a:off x="-292893" y="1131703"/>
            <a:ext cx="250031" cy="136812"/>
            <a:chOff x="-133350" y="2711163"/>
            <a:chExt cx="333375" cy="136812"/>
          </a:xfrm>
        </p:grpSpPr>
        <p:cxnSp>
          <p:nvCxnSpPr>
            <p:cNvPr id="66" name="Gerader Verbinder 65"/>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7" name="Textfeld 66"/>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06,00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68" name="Gruppieren 67"/>
          <p:cNvGrpSpPr/>
          <p:nvPr userDrawn="1"/>
        </p:nvGrpSpPr>
        <p:grpSpPr>
          <a:xfrm>
            <a:off x="-292893" y="1491963"/>
            <a:ext cx="250031" cy="136812"/>
            <a:chOff x="-133350" y="2711163"/>
            <a:chExt cx="333375" cy="136812"/>
          </a:xfrm>
        </p:grpSpPr>
        <p:cxnSp>
          <p:nvCxnSpPr>
            <p:cNvPr id="69" name="Gerader Verbinder 68"/>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0" name="Textfeld 69"/>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05,00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71" name="Gruppieren 70"/>
          <p:cNvGrpSpPr/>
          <p:nvPr userDrawn="1"/>
        </p:nvGrpSpPr>
        <p:grpSpPr>
          <a:xfrm>
            <a:off x="-292893" y="3292188"/>
            <a:ext cx="250031" cy="136812"/>
            <a:chOff x="-133350" y="2711163"/>
            <a:chExt cx="333375" cy="136812"/>
          </a:xfrm>
        </p:grpSpPr>
        <p:cxnSp>
          <p:nvCxnSpPr>
            <p:cNvPr id="72" name="Gerader Verbinder 71"/>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3" name="Textfeld 72"/>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74" name="Gruppieren 73"/>
          <p:cNvGrpSpPr/>
          <p:nvPr userDrawn="1"/>
        </p:nvGrpSpPr>
        <p:grpSpPr>
          <a:xfrm>
            <a:off x="-292893" y="6063963"/>
            <a:ext cx="250031" cy="136812"/>
            <a:chOff x="-133350" y="2711163"/>
            <a:chExt cx="333375" cy="136812"/>
          </a:xfrm>
        </p:grpSpPr>
        <p:cxnSp>
          <p:nvCxnSpPr>
            <p:cNvPr id="75" name="Gerader Verbinder 74"/>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6" name="Textfeld 75"/>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07,70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77" name="Gruppieren 76"/>
          <p:cNvGrpSpPr/>
          <p:nvPr userDrawn="1"/>
        </p:nvGrpSpPr>
        <p:grpSpPr>
          <a:xfrm>
            <a:off x="-292893" y="6495763"/>
            <a:ext cx="250031" cy="136812"/>
            <a:chOff x="-133350" y="2711163"/>
            <a:chExt cx="333375" cy="136812"/>
          </a:xfrm>
        </p:grpSpPr>
        <p:cxnSp>
          <p:nvCxnSpPr>
            <p:cNvPr id="78" name="Gerader Verbinder 77"/>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9" name="Textfeld 78"/>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08,90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80" name="Gruppieren 79"/>
          <p:cNvGrpSpPr/>
          <p:nvPr userDrawn="1"/>
        </p:nvGrpSpPr>
        <p:grpSpPr>
          <a:xfrm rot="16200000">
            <a:off x="169567" y="-282035"/>
            <a:ext cx="333375" cy="102606"/>
            <a:chOff x="-133350" y="2711167"/>
            <a:chExt cx="333375" cy="136808"/>
          </a:xfrm>
        </p:grpSpPr>
        <p:cxnSp>
          <p:nvCxnSpPr>
            <p:cNvPr id="81" name="Gerader Verbinder 80"/>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Textfeld 81"/>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83" name="Gruppieren 82"/>
          <p:cNvGrpSpPr/>
          <p:nvPr userDrawn="1"/>
        </p:nvGrpSpPr>
        <p:grpSpPr>
          <a:xfrm rot="16200000">
            <a:off x="4273057" y="-282036"/>
            <a:ext cx="333375" cy="102603"/>
            <a:chOff x="-133350" y="2711171"/>
            <a:chExt cx="333375" cy="136804"/>
          </a:xfrm>
        </p:grpSpPr>
        <p:cxnSp>
          <p:nvCxnSpPr>
            <p:cNvPr id="84" name="Gerader Verbinder 83"/>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5" name="Textfeld 84"/>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86" name="Gruppieren 85"/>
          <p:cNvGrpSpPr/>
          <p:nvPr userDrawn="1"/>
        </p:nvGrpSpPr>
        <p:grpSpPr>
          <a:xfrm>
            <a:off x="4652949" y="-397424"/>
            <a:ext cx="93680" cy="333375"/>
            <a:chOff x="6416679" y="-397424"/>
            <a:chExt cx="124907" cy="333375"/>
          </a:xfrm>
        </p:grpSpPr>
        <p:cxnSp>
          <p:nvCxnSpPr>
            <p:cNvPr id="87" name="Gerader Verbinder 86"/>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8" name="Textfeld 87"/>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cxnSp>
        <p:nvCxnSpPr>
          <p:cNvPr id="89" name="Gerader Verbinder 88"/>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0" name="Gruppieren 89"/>
          <p:cNvGrpSpPr/>
          <p:nvPr userDrawn="1"/>
        </p:nvGrpSpPr>
        <p:grpSpPr>
          <a:xfrm rot="16200000">
            <a:off x="8543829" y="-282039"/>
            <a:ext cx="333375" cy="102600"/>
            <a:chOff x="-133350" y="2711175"/>
            <a:chExt cx="333375" cy="136800"/>
          </a:xfrm>
        </p:grpSpPr>
        <p:cxnSp>
          <p:nvCxnSpPr>
            <p:cNvPr id="91" name="Gerader Verbinder 90"/>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2" name="Textfeld 91"/>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sp>
        <p:nvSpPr>
          <p:cNvPr id="93" name="Freihandform: Form 92"/>
          <p:cNvSpPr/>
          <p:nvPr userDrawn="1"/>
        </p:nvSpPr>
        <p:spPr>
          <a:xfrm>
            <a:off x="7352747" y="300703"/>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grpSp>
        <p:nvGrpSpPr>
          <p:cNvPr id="99" name="Grafik 3"/>
          <p:cNvGrpSpPr/>
          <p:nvPr userDrawn="1"/>
        </p:nvGrpSpPr>
        <p:grpSpPr>
          <a:xfrm>
            <a:off x="387350" y="293688"/>
            <a:ext cx="2654043" cy="328339"/>
            <a:chOff x="2090737" y="2524124"/>
            <a:chExt cx="7860982" cy="972502"/>
          </a:xfrm>
          <a:solidFill>
            <a:schemeClr val="tx1"/>
          </a:solidFill>
        </p:grpSpPr>
        <p:sp>
          <p:nvSpPr>
            <p:cNvPr id="100" name="Freihandform: Form 201"/>
            <p:cNvSpPr/>
            <p:nvPr/>
          </p:nvSpPr>
          <p:spPr>
            <a:xfrm>
              <a:off x="2090737" y="2545079"/>
              <a:ext cx="231457" cy="369569"/>
            </a:xfrm>
            <a:custGeom>
              <a:avLst/>
              <a:gdLst>
                <a:gd name="connsiteX0" fmla="*/ 231458 w 231457"/>
                <a:gd name="connsiteY0" fmla="*/ 60960 h 369569"/>
                <a:gd name="connsiteX1" fmla="*/ 65723 w 231457"/>
                <a:gd name="connsiteY1" fmla="*/ 60960 h 369569"/>
                <a:gd name="connsiteX2" fmla="*/ 65723 w 231457"/>
                <a:gd name="connsiteY2" fmla="*/ 152400 h 369569"/>
                <a:gd name="connsiteX3" fmla="*/ 189548 w 231457"/>
                <a:gd name="connsiteY3" fmla="*/ 152400 h 369569"/>
                <a:gd name="connsiteX4" fmla="*/ 189548 w 231457"/>
                <a:gd name="connsiteY4" fmla="*/ 212408 h 369569"/>
                <a:gd name="connsiteX5" fmla="*/ 65723 w 231457"/>
                <a:gd name="connsiteY5" fmla="*/ 212408 h 369569"/>
                <a:gd name="connsiteX6" fmla="*/ 65723 w 231457"/>
                <a:gd name="connsiteY6" fmla="*/ 369570 h 369569"/>
                <a:gd name="connsiteX7" fmla="*/ 0 w 231457"/>
                <a:gd name="connsiteY7" fmla="*/ 369570 h 369569"/>
                <a:gd name="connsiteX8" fmla="*/ 0 w 231457"/>
                <a:gd name="connsiteY8" fmla="*/ 0 h 369569"/>
                <a:gd name="connsiteX9" fmla="*/ 231458 w 231457"/>
                <a:gd name="connsiteY9" fmla="*/ 0 h 369569"/>
                <a:gd name="connsiteX10" fmla="*/ 231458 w 231457"/>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9569">
                  <a:moveTo>
                    <a:pt x="231458" y="60960"/>
                  </a:moveTo>
                  <a:lnTo>
                    <a:pt x="65723" y="60960"/>
                  </a:lnTo>
                  <a:lnTo>
                    <a:pt x="65723" y="152400"/>
                  </a:lnTo>
                  <a:lnTo>
                    <a:pt x="189548" y="152400"/>
                  </a:lnTo>
                  <a:lnTo>
                    <a:pt x="189548"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101" name="Freihandform: Form 202"/>
            <p:cNvSpPr/>
            <p:nvPr/>
          </p:nvSpPr>
          <p:spPr>
            <a:xfrm>
              <a:off x="2357437" y="2641039"/>
              <a:ext cx="161925" cy="272657"/>
            </a:xfrm>
            <a:custGeom>
              <a:avLst/>
              <a:gdLst>
                <a:gd name="connsiteX0" fmla="*/ 161925 w 161925"/>
                <a:gd name="connsiteY0" fmla="*/ 5005 h 272657"/>
                <a:gd name="connsiteX1" fmla="*/ 152400 w 161925"/>
                <a:gd name="connsiteY1" fmla="*/ 68823 h 272657"/>
                <a:gd name="connsiteX2" fmla="*/ 118110 w 161925"/>
                <a:gd name="connsiteY2" fmla="*/ 60250 h 272657"/>
                <a:gd name="connsiteX3" fmla="*/ 63817 w 161925"/>
                <a:gd name="connsiteY3" fmla="*/ 135498 h 272657"/>
                <a:gd name="connsiteX4" fmla="*/ 63817 w 161925"/>
                <a:gd name="connsiteY4" fmla="*/ 272658 h 272657"/>
                <a:gd name="connsiteX5" fmla="*/ 0 w 161925"/>
                <a:gd name="connsiteY5" fmla="*/ 272658 h 272657"/>
                <a:gd name="connsiteX6" fmla="*/ 0 w 161925"/>
                <a:gd name="connsiteY6" fmla="*/ 5958 h 272657"/>
                <a:gd name="connsiteX7" fmla="*/ 60960 w 161925"/>
                <a:gd name="connsiteY7" fmla="*/ 5958 h 272657"/>
                <a:gd name="connsiteX8" fmla="*/ 60960 w 161925"/>
                <a:gd name="connsiteY8" fmla="*/ 40248 h 272657"/>
                <a:gd name="connsiteX9" fmla="*/ 61913 w 161925"/>
                <a:gd name="connsiteY9" fmla="*/ 40248 h 272657"/>
                <a:gd name="connsiteX10" fmla="*/ 131445 w 161925"/>
                <a:gd name="connsiteY10" fmla="*/ 243 h 272657"/>
                <a:gd name="connsiteX11" fmla="*/ 161925 w 161925"/>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925" h="272657">
                  <a:moveTo>
                    <a:pt x="161925" y="5005"/>
                  </a:moveTo>
                  <a:lnTo>
                    <a:pt x="152400" y="68823"/>
                  </a:lnTo>
                  <a:cubicBezTo>
                    <a:pt x="142875" y="64060"/>
                    <a:pt x="131445" y="60250"/>
                    <a:pt x="118110" y="60250"/>
                  </a:cubicBezTo>
                  <a:cubicBezTo>
                    <a:pt x="75248" y="60250"/>
                    <a:pt x="63817" y="94540"/>
                    <a:pt x="63817" y="135498"/>
                  </a:cubicBezTo>
                  <a:lnTo>
                    <a:pt x="63817" y="272658"/>
                  </a:lnTo>
                  <a:lnTo>
                    <a:pt x="0" y="272658"/>
                  </a:lnTo>
                  <a:lnTo>
                    <a:pt x="0" y="5958"/>
                  </a:lnTo>
                  <a:lnTo>
                    <a:pt x="60960" y="5958"/>
                  </a:lnTo>
                  <a:lnTo>
                    <a:pt x="60960" y="40248"/>
                  </a:lnTo>
                  <a:lnTo>
                    <a:pt x="61913" y="40248"/>
                  </a:lnTo>
                  <a:cubicBezTo>
                    <a:pt x="76200" y="15483"/>
                    <a:pt x="100965" y="243"/>
                    <a:pt x="131445" y="243"/>
                  </a:cubicBezTo>
                  <a:cubicBezTo>
                    <a:pt x="140970" y="-710"/>
                    <a:pt x="152400" y="1195"/>
                    <a:pt x="161925" y="5005"/>
                  </a:cubicBezTo>
                  <a:close/>
                </a:path>
              </a:pathLst>
            </a:custGeom>
            <a:solidFill>
              <a:srgbClr val="041E42"/>
            </a:solidFill>
            <a:ln w="9525" cap="flat">
              <a:noFill/>
              <a:prstDash val="solid"/>
              <a:miter/>
            </a:ln>
          </p:spPr>
          <p:txBody>
            <a:bodyPr rtlCol="0" anchor="ctr"/>
            <a:lstStyle/>
            <a:p>
              <a:endParaRPr lang="de-DE"/>
            </a:p>
          </p:txBody>
        </p:sp>
        <p:sp>
          <p:nvSpPr>
            <p:cNvPr id="102" name="Freihandform: Form 203"/>
            <p:cNvSpPr/>
            <p:nvPr/>
          </p:nvSpPr>
          <p:spPr>
            <a:xfrm>
              <a:off x="2563176" y="2528887"/>
              <a:ext cx="79057" cy="385762"/>
            </a:xfrm>
            <a:custGeom>
              <a:avLst/>
              <a:gdLst>
                <a:gd name="connsiteX0" fmla="*/ 79058 w 79057"/>
                <a:gd name="connsiteY0" fmla="*/ 38100 h 385762"/>
                <a:gd name="connsiteX1" fmla="*/ 39052 w 79057"/>
                <a:gd name="connsiteY1" fmla="*/ 76200 h 385762"/>
                <a:gd name="connsiteX2" fmla="*/ 0 w 79057"/>
                <a:gd name="connsiteY2" fmla="*/ 38100 h 385762"/>
                <a:gd name="connsiteX3" fmla="*/ 39052 w 79057"/>
                <a:gd name="connsiteY3" fmla="*/ 0 h 385762"/>
                <a:gd name="connsiteX4" fmla="*/ 79058 w 79057"/>
                <a:gd name="connsiteY4" fmla="*/ 38100 h 385762"/>
                <a:gd name="connsiteX5" fmla="*/ 70485 w 79057"/>
                <a:gd name="connsiteY5" fmla="*/ 385763 h 385762"/>
                <a:gd name="connsiteX6" fmla="*/ 8573 w 79057"/>
                <a:gd name="connsiteY6" fmla="*/ 385763 h 385762"/>
                <a:gd name="connsiteX7" fmla="*/ 8573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8" y="38100"/>
                  </a:moveTo>
                  <a:cubicBezTo>
                    <a:pt x="79058" y="60007"/>
                    <a:pt x="60960" y="76200"/>
                    <a:pt x="39052" y="76200"/>
                  </a:cubicBezTo>
                  <a:cubicBezTo>
                    <a:pt x="17145" y="76200"/>
                    <a:pt x="0" y="60960"/>
                    <a:pt x="0" y="38100"/>
                  </a:cubicBezTo>
                  <a:cubicBezTo>
                    <a:pt x="0" y="16193"/>
                    <a:pt x="18098" y="0"/>
                    <a:pt x="39052" y="0"/>
                  </a:cubicBezTo>
                  <a:cubicBezTo>
                    <a:pt x="61913" y="0"/>
                    <a:pt x="79058" y="16193"/>
                    <a:pt x="79058" y="38100"/>
                  </a:cubicBezTo>
                  <a:close/>
                  <a:moveTo>
                    <a:pt x="70485" y="385763"/>
                  </a:moveTo>
                  <a:lnTo>
                    <a:pt x="8573" y="385763"/>
                  </a:lnTo>
                  <a:lnTo>
                    <a:pt x="8573"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103" name="Freihandform: Form 204"/>
            <p:cNvSpPr/>
            <p:nvPr/>
          </p:nvSpPr>
          <p:spPr>
            <a:xfrm>
              <a:off x="2699384" y="2641281"/>
              <a:ext cx="242887" cy="279082"/>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8" y="225743"/>
                    <a:pt x="132398" y="225743"/>
                  </a:cubicBezTo>
                  <a:cubicBezTo>
                    <a:pt x="157163" y="225743"/>
                    <a:pt x="177165" y="216218"/>
                    <a:pt x="198120" y="194310"/>
                  </a:cubicBezTo>
                  <a:lnTo>
                    <a:pt x="237173" y="235268"/>
                  </a:lnTo>
                  <a:cubicBezTo>
                    <a:pt x="206692" y="264795"/>
                    <a:pt x="172402" y="279083"/>
                    <a:pt x="132398" y="279083"/>
                  </a:cubicBezTo>
                  <a:close/>
                  <a:moveTo>
                    <a:pt x="62865" y="115253"/>
                  </a:moveTo>
                  <a:lnTo>
                    <a:pt x="183832" y="115253"/>
                  </a:lnTo>
                  <a:cubicBezTo>
                    <a:pt x="180975" y="74295"/>
                    <a:pt x="160020" y="50482"/>
                    <a:pt x="124777" y="50482"/>
                  </a:cubicBezTo>
                  <a:cubicBezTo>
                    <a:pt x="89535"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4" name="Freihandform: Form 205"/>
            <p:cNvSpPr/>
            <p:nvPr/>
          </p:nvSpPr>
          <p:spPr>
            <a:xfrm>
              <a:off x="2997516" y="2524124"/>
              <a:ext cx="248602" cy="396239"/>
            </a:xfrm>
            <a:custGeom>
              <a:avLst/>
              <a:gdLst>
                <a:gd name="connsiteX0" fmla="*/ 0 w 248602"/>
                <a:gd name="connsiteY0" fmla="*/ 256223 h 396239"/>
                <a:gd name="connsiteX1" fmla="*/ 108585 w 248602"/>
                <a:gd name="connsiteY1" fmla="*/ 117157 h 396239"/>
                <a:gd name="connsiteX2" fmla="*/ 185738 w 248602"/>
                <a:gd name="connsiteY2" fmla="*/ 153352 h 396239"/>
                <a:gd name="connsiteX3" fmla="*/ 186690 w 248602"/>
                <a:gd name="connsiteY3" fmla="*/ 153352 h 396239"/>
                <a:gd name="connsiteX4" fmla="*/ 186690 w 248602"/>
                <a:gd name="connsiteY4" fmla="*/ 16193 h 396239"/>
                <a:gd name="connsiteX5" fmla="*/ 248603 w 248602"/>
                <a:gd name="connsiteY5" fmla="*/ 0 h 396239"/>
                <a:gd name="connsiteX6" fmla="*/ 248603 w 248602"/>
                <a:gd name="connsiteY6" fmla="*/ 389573 h 396239"/>
                <a:gd name="connsiteX7" fmla="*/ 188595 w 248602"/>
                <a:gd name="connsiteY7" fmla="*/ 389573 h 396239"/>
                <a:gd name="connsiteX8" fmla="*/ 188595 w 248602"/>
                <a:gd name="connsiteY8" fmla="*/ 358140 h 396239"/>
                <a:gd name="connsiteX9" fmla="*/ 187642 w 248602"/>
                <a:gd name="connsiteY9" fmla="*/ 358140 h 396239"/>
                <a:gd name="connsiteX10" fmla="*/ 107633 w 248602"/>
                <a:gd name="connsiteY10" fmla="*/ 396240 h 396239"/>
                <a:gd name="connsiteX11" fmla="*/ 0 w 248602"/>
                <a:gd name="connsiteY11" fmla="*/ 256223 h 396239"/>
                <a:gd name="connsiteX12" fmla="*/ 61913 w 248602"/>
                <a:gd name="connsiteY12" fmla="*/ 256223 h 396239"/>
                <a:gd name="connsiteX13" fmla="*/ 123825 w 248602"/>
                <a:gd name="connsiteY13" fmla="*/ 341948 h 396239"/>
                <a:gd name="connsiteX14" fmla="*/ 187642 w 248602"/>
                <a:gd name="connsiteY14" fmla="*/ 306705 h 396239"/>
                <a:gd name="connsiteX15" fmla="*/ 187642 w 248602"/>
                <a:gd name="connsiteY15" fmla="*/ 208598 h 396239"/>
                <a:gd name="connsiteX16" fmla="*/ 123825 w 248602"/>
                <a:gd name="connsiteY16" fmla="*/ 173355 h 396239"/>
                <a:gd name="connsiteX17" fmla="*/ 61913 w 248602"/>
                <a:gd name="connsiteY17" fmla="*/ 256223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6223"/>
                  </a:moveTo>
                  <a:cubicBezTo>
                    <a:pt x="0" y="170498"/>
                    <a:pt x="43815" y="117157"/>
                    <a:pt x="108585" y="117157"/>
                  </a:cubicBezTo>
                  <a:cubicBezTo>
                    <a:pt x="141923" y="117157"/>
                    <a:pt x="168592" y="131445"/>
                    <a:pt x="185738" y="153352"/>
                  </a:cubicBezTo>
                  <a:lnTo>
                    <a:pt x="186690" y="153352"/>
                  </a:lnTo>
                  <a:lnTo>
                    <a:pt x="186690" y="16193"/>
                  </a:lnTo>
                  <a:lnTo>
                    <a:pt x="248603" y="0"/>
                  </a:lnTo>
                  <a:lnTo>
                    <a:pt x="248603" y="389573"/>
                  </a:lnTo>
                  <a:lnTo>
                    <a:pt x="188595" y="389573"/>
                  </a:lnTo>
                  <a:lnTo>
                    <a:pt x="188595" y="358140"/>
                  </a:lnTo>
                  <a:lnTo>
                    <a:pt x="187642" y="358140"/>
                  </a:lnTo>
                  <a:cubicBezTo>
                    <a:pt x="168592" y="381953"/>
                    <a:pt x="140970" y="396240"/>
                    <a:pt x="107633" y="396240"/>
                  </a:cubicBezTo>
                  <a:cubicBezTo>
                    <a:pt x="43815" y="396240"/>
                    <a:pt x="0" y="341948"/>
                    <a:pt x="0" y="256223"/>
                  </a:cubicBezTo>
                  <a:close/>
                  <a:moveTo>
                    <a:pt x="61913" y="256223"/>
                  </a:moveTo>
                  <a:cubicBezTo>
                    <a:pt x="61913" y="310515"/>
                    <a:pt x="84773" y="341948"/>
                    <a:pt x="123825" y="341948"/>
                  </a:cubicBezTo>
                  <a:cubicBezTo>
                    <a:pt x="147638" y="341948"/>
                    <a:pt x="167640" y="330517"/>
                    <a:pt x="187642" y="306705"/>
                  </a:cubicBezTo>
                  <a:lnTo>
                    <a:pt x="187642" y="208598"/>
                  </a:lnTo>
                  <a:cubicBezTo>
                    <a:pt x="169545" y="184785"/>
                    <a:pt x="149542" y="173355"/>
                    <a:pt x="123825" y="173355"/>
                  </a:cubicBezTo>
                  <a:cubicBezTo>
                    <a:pt x="82867" y="173355"/>
                    <a:pt x="61913" y="202883"/>
                    <a:pt x="61913" y="256223"/>
                  </a:cubicBezTo>
                  <a:close/>
                </a:path>
              </a:pathLst>
            </a:custGeom>
            <a:solidFill>
              <a:srgbClr val="041E42"/>
            </a:solidFill>
            <a:ln w="9525" cap="flat">
              <a:noFill/>
              <a:prstDash val="solid"/>
              <a:miter/>
            </a:ln>
          </p:spPr>
          <p:txBody>
            <a:bodyPr rtlCol="0" anchor="ctr"/>
            <a:lstStyle/>
            <a:p>
              <a:endParaRPr lang="de-DE"/>
            </a:p>
          </p:txBody>
        </p:sp>
        <p:sp>
          <p:nvSpPr>
            <p:cNvPr id="105" name="Freihandform: Form 206"/>
            <p:cNvSpPr/>
            <p:nvPr/>
          </p:nvSpPr>
          <p:spPr>
            <a:xfrm>
              <a:off x="3328987" y="2641039"/>
              <a:ext cx="160020" cy="272657"/>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06" name="Freihandform: Form 207"/>
            <p:cNvSpPr/>
            <p:nvPr/>
          </p:nvSpPr>
          <p:spPr>
            <a:xfrm>
              <a:off x="3533774" y="2528887"/>
              <a:ext cx="79057" cy="385762"/>
            </a:xfrm>
            <a:custGeom>
              <a:avLst/>
              <a:gdLst>
                <a:gd name="connsiteX0" fmla="*/ 79058 w 79057"/>
                <a:gd name="connsiteY0" fmla="*/ 38100 h 385762"/>
                <a:gd name="connsiteX1" fmla="*/ 39053 w 79057"/>
                <a:gd name="connsiteY1" fmla="*/ 76200 h 385762"/>
                <a:gd name="connsiteX2" fmla="*/ 0 w 79057"/>
                <a:gd name="connsiteY2" fmla="*/ 38100 h 385762"/>
                <a:gd name="connsiteX3" fmla="*/ 39053 w 79057"/>
                <a:gd name="connsiteY3" fmla="*/ 0 h 385762"/>
                <a:gd name="connsiteX4" fmla="*/ 79058 w 79057"/>
                <a:gd name="connsiteY4" fmla="*/ 38100 h 385762"/>
                <a:gd name="connsiteX5" fmla="*/ 70485 w 79057"/>
                <a:gd name="connsiteY5" fmla="*/ 385763 h 385762"/>
                <a:gd name="connsiteX6" fmla="*/ 8572 w 79057"/>
                <a:gd name="connsiteY6" fmla="*/ 385763 h 385762"/>
                <a:gd name="connsiteX7" fmla="*/ 8572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8" y="38100"/>
                  </a:moveTo>
                  <a:cubicBezTo>
                    <a:pt x="79058" y="60007"/>
                    <a:pt x="60960" y="76200"/>
                    <a:pt x="39053" y="76200"/>
                  </a:cubicBezTo>
                  <a:cubicBezTo>
                    <a:pt x="17145" y="76200"/>
                    <a:pt x="0" y="60960"/>
                    <a:pt x="0" y="38100"/>
                  </a:cubicBezTo>
                  <a:cubicBezTo>
                    <a:pt x="0" y="16193"/>
                    <a:pt x="18097" y="0"/>
                    <a:pt x="39053" y="0"/>
                  </a:cubicBezTo>
                  <a:cubicBezTo>
                    <a:pt x="60960" y="0"/>
                    <a:pt x="79058" y="16193"/>
                    <a:pt x="79058" y="38100"/>
                  </a:cubicBezTo>
                  <a:close/>
                  <a:moveTo>
                    <a:pt x="70485" y="385763"/>
                  </a:moveTo>
                  <a:lnTo>
                    <a:pt x="8572" y="385763"/>
                  </a:lnTo>
                  <a:lnTo>
                    <a:pt x="8572"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107" name="Freihandform: Form 208"/>
            <p:cNvSpPr/>
            <p:nvPr/>
          </p:nvSpPr>
          <p:spPr>
            <a:xfrm>
              <a:off x="3671887" y="2640329"/>
              <a:ext cx="224790" cy="280034"/>
            </a:xfrm>
            <a:custGeom>
              <a:avLst/>
              <a:gdLst>
                <a:gd name="connsiteX0" fmla="*/ 222885 w 224790"/>
                <a:gd name="connsiteY0" fmla="*/ 237172 h 280034"/>
                <a:gd name="connsiteX1" fmla="*/ 127635 w 224790"/>
                <a:gd name="connsiteY1" fmla="*/ 280035 h 280034"/>
                <a:gd name="connsiteX2" fmla="*/ 0 w 224790"/>
                <a:gd name="connsiteY2" fmla="*/ 140970 h 280034"/>
                <a:gd name="connsiteX3" fmla="*/ 128588 w 224790"/>
                <a:gd name="connsiteY3" fmla="*/ 0 h 280034"/>
                <a:gd name="connsiteX4" fmla="*/ 224790 w 224790"/>
                <a:gd name="connsiteY4" fmla="*/ 45720 h 280034"/>
                <a:gd name="connsiteX5" fmla="*/ 181928 w 224790"/>
                <a:gd name="connsiteY5" fmla="*/ 86678 h 280034"/>
                <a:gd name="connsiteX6" fmla="*/ 128588 w 224790"/>
                <a:gd name="connsiteY6" fmla="*/ 57150 h 280034"/>
                <a:gd name="connsiteX7" fmla="*/ 62865 w 224790"/>
                <a:gd name="connsiteY7" fmla="*/ 140018 h 280034"/>
                <a:gd name="connsiteX8" fmla="*/ 128588 w 224790"/>
                <a:gd name="connsiteY8" fmla="*/ 222885 h 280034"/>
                <a:gd name="connsiteX9" fmla="*/ 183833 w 224790"/>
                <a:gd name="connsiteY9" fmla="*/ 193358 h 280034"/>
                <a:gd name="connsiteX10" fmla="*/ 222885 w 224790"/>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8" name="Freihandform: Form 209"/>
            <p:cNvSpPr/>
            <p:nvPr/>
          </p:nvSpPr>
          <p:spPr>
            <a:xfrm>
              <a:off x="3950016" y="2524124"/>
              <a:ext cx="228600" cy="391477"/>
            </a:xfrm>
            <a:custGeom>
              <a:avLst/>
              <a:gdLst>
                <a:gd name="connsiteX0" fmla="*/ 228600 w 228600"/>
                <a:gd name="connsiteY0" fmla="*/ 390525 h 391477"/>
                <a:gd name="connsiteX1" fmla="*/ 166688 w 228600"/>
                <a:gd name="connsiteY1" fmla="*/ 390525 h 391477"/>
                <a:gd name="connsiteX2" fmla="*/ 166688 w 228600"/>
                <a:gd name="connsiteY2" fmla="*/ 238125 h 391477"/>
                <a:gd name="connsiteX3" fmla="*/ 117158 w 228600"/>
                <a:gd name="connsiteY3" fmla="*/ 173355 h 391477"/>
                <a:gd name="connsiteX4" fmla="*/ 61913 w 228600"/>
                <a:gd name="connsiteY4" fmla="*/ 238125 h 391477"/>
                <a:gd name="connsiteX5" fmla="*/ 61913 w 228600"/>
                <a:gd name="connsiteY5" fmla="*/ 391478 h 391477"/>
                <a:gd name="connsiteX6" fmla="*/ 0 w 228600"/>
                <a:gd name="connsiteY6" fmla="*/ 391478 h 391477"/>
                <a:gd name="connsiteX7" fmla="*/ 0 w 228600"/>
                <a:gd name="connsiteY7" fmla="*/ 16193 h 391477"/>
                <a:gd name="connsiteX8" fmla="*/ 61913 w 228600"/>
                <a:gd name="connsiteY8" fmla="*/ 0 h 391477"/>
                <a:gd name="connsiteX9" fmla="*/ 61913 w 228600"/>
                <a:gd name="connsiteY9" fmla="*/ 155258 h 391477"/>
                <a:gd name="connsiteX10" fmla="*/ 62865 w 228600"/>
                <a:gd name="connsiteY10" fmla="*/ 155258 h 391477"/>
                <a:gd name="connsiteX11" fmla="*/ 140970 w 228600"/>
                <a:gd name="connsiteY11" fmla="*/ 116205 h 391477"/>
                <a:gd name="connsiteX12" fmla="*/ 228600 w 228600"/>
                <a:gd name="connsiteY12" fmla="*/ 223838 h 391477"/>
                <a:gd name="connsiteX13" fmla="*/ 228600 w 228600"/>
                <a:gd name="connsiteY13" fmla="*/ 390525 h 39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1477">
                  <a:moveTo>
                    <a:pt x="228600" y="390525"/>
                  </a:moveTo>
                  <a:lnTo>
                    <a:pt x="166688" y="390525"/>
                  </a:lnTo>
                  <a:lnTo>
                    <a:pt x="166688" y="238125"/>
                  </a:lnTo>
                  <a:cubicBezTo>
                    <a:pt x="166688" y="199073"/>
                    <a:pt x="154305" y="173355"/>
                    <a:pt x="117158" y="173355"/>
                  </a:cubicBezTo>
                  <a:cubicBezTo>
                    <a:pt x="74295" y="173355"/>
                    <a:pt x="61913" y="207645"/>
                    <a:pt x="61913" y="238125"/>
                  </a:cubicBezTo>
                  <a:lnTo>
                    <a:pt x="61913" y="391478"/>
                  </a:lnTo>
                  <a:lnTo>
                    <a:pt x="0" y="391478"/>
                  </a:lnTo>
                  <a:lnTo>
                    <a:pt x="0" y="16193"/>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90525"/>
                  </a:lnTo>
                  <a:close/>
                </a:path>
              </a:pathLst>
            </a:custGeom>
            <a:solidFill>
              <a:srgbClr val="041E42"/>
            </a:solidFill>
            <a:ln w="9525" cap="flat">
              <a:noFill/>
              <a:prstDash val="solid"/>
              <a:miter/>
            </a:ln>
          </p:spPr>
          <p:txBody>
            <a:bodyPr rtlCol="0" anchor="ctr"/>
            <a:lstStyle/>
            <a:p>
              <a:endParaRPr lang="de-DE"/>
            </a:p>
          </p:txBody>
        </p:sp>
        <p:sp>
          <p:nvSpPr>
            <p:cNvPr id="109" name="Freihandform: Form 210"/>
            <p:cNvSpPr/>
            <p:nvPr/>
          </p:nvSpPr>
          <p:spPr>
            <a:xfrm>
              <a:off x="4251006" y="2721291"/>
              <a:ext cx="130492" cy="59055"/>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10" name="Freihandform: Form 211"/>
            <p:cNvSpPr/>
            <p:nvPr/>
          </p:nvSpPr>
          <p:spPr>
            <a:xfrm>
              <a:off x="4413884" y="2545079"/>
              <a:ext cx="343852" cy="368617"/>
            </a:xfrm>
            <a:custGeom>
              <a:avLst/>
              <a:gdLst>
                <a:gd name="connsiteX0" fmla="*/ 137160 w 343852"/>
                <a:gd name="connsiteY0" fmla="*/ 0 h 368617"/>
                <a:gd name="connsiteX1" fmla="*/ 206693 w 343852"/>
                <a:gd name="connsiteY1" fmla="*/ 0 h 368617"/>
                <a:gd name="connsiteX2" fmla="*/ 343853 w 343852"/>
                <a:gd name="connsiteY2" fmla="*/ 368618 h 368617"/>
                <a:gd name="connsiteX3" fmla="*/ 272415 w 343852"/>
                <a:gd name="connsiteY3" fmla="*/ 368618 h 368617"/>
                <a:gd name="connsiteX4" fmla="*/ 245745 w 343852"/>
                <a:gd name="connsiteY4" fmla="*/ 290512 h 368617"/>
                <a:gd name="connsiteX5" fmla="*/ 96203 w 343852"/>
                <a:gd name="connsiteY5" fmla="*/ 290512 h 368617"/>
                <a:gd name="connsiteX6" fmla="*/ 69533 w 343852"/>
                <a:gd name="connsiteY6" fmla="*/ 368618 h 368617"/>
                <a:gd name="connsiteX7" fmla="*/ 0 w 343852"/>
                <a:gd name="connsiteY7" fmla="*/ 368618 h 368617"/>
                <a:gd name="connsiteX8" fmla="*/ 137160 w 343852"/>
                <a:gd name="connsiteY8" fmla="*/ 0 h 368617"/>
                <a:gd name="connsiteX9" fmla="*/ 116205 w 343852"/>
                <a:gd name="connsiteY9" fmla="*/ 231458 h 368617"/>
                <a:gd name="connsiteX10" fmla="*/ 223838 w 343852"/>
                <a:gd name="connsiteY10" fmla="*/ 231458 h 368617"/>
                <a:gd name="connsiteX11" fmla="*/ 170497 w 343852"/>
                <a:gd name="connsiteY11" fmla="*/ 75247 h 368617"/>
                <a:gd name="connsiteX12" fmla="*/ 169545 w 343852"/>
                <a:gd name="connsiteY12" fmla="*/ 75247 h 368617"/>
                <a:gd name="connsiteX13" fmla="*/ 116205 w 343852"/>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3852" h="368617">
                  <a:moveTo>
                    <a:pt x="137160" y="0"/>
                  </a:moveTo>
                  <a:lnTo>
                    <a:pt x="206693" y="0"/>
                  </a:lnTo>
                  <a:lnTo>
                    <a:pt x="343853" y="368618"/>
                  </a:lnTo>
                  <a:lnTo>
                    <a:pt x="272415" y="368618"/>
                  </a:lnTo>
                  <a:lnTo>
                    <a:pt x="245745" y="290512"/>
                  </a:lnTo>
                  <a:lnTo>
                    <a:pt x="96203" y="290512"/>
                  </a:lnTo>
                  <a:lnTo>
                    <a:pt x="69533" y="368618"/>
                  </a:lnTo>
                  <a:lnTo>
                    <a:pt x="0" y="368618"/>
                  </a:lnTo>
                  <a:lnTo>
                    <a:pt x="137160" y="0"/>
                  </a:lnTo>
                  <a:close/>
                  <a:moveTo>
                    <a:pt x="116205" y="231458"/>
                  </a:moveTo>
                  <a:lnTo>
                    <a:pt x="223838" y="231458"/>
                  </a:lnTo>
                  <a:lnTo>
                    <a:pt x="170497"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11" name="Freihandform: Form 212"/>
            <p:cNvSpPr/>
            <p:nvPr/>
          </p:nvSpPr>
          <p:spPr>
            <a:xfrm>
              <a:off x="4812029" y="2525076"/>
              <a:ext cx="61912" cy="389572"/>
            </a:xfrm>
            <a:custGeom>
              <a:avLst/>
              <a:gdLst>
                <a:gd name="connsiteX0" fmla="*/ 61913 w 61912"/>
                <a:gd name="connsiteY0" fmla="*/ 389573 h 389572"/>
                <a:gd name="connsiteX1" fmla="*/ 0 w 61912"/>
                <a:gd name="connsiteY1" fmla="*/ 389573 h 389572"/>
                <a:gd name="connsiteX2" fmla="*/ 0 w 61912"/>
                <a:gd name="connsiteY2" fmla="*/ 14288 h 389572"/>
                <a:gd name="connsiteX3" fmla="*/ 61913 w 61912"/>
                <a:gd name="connsiteY3" fmla="*/ 0 h 389572"/>
                <a:gd name="connsiteX4" fmla="*/ 61913 w 61912"/>
                <a:gd name="connsiteY4" fmla="*/ 389573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3"/>
                  </a:moveTo>
                  <a:lnTo>
                    <a:pt x="0" y="389573"/>
                  </a:lnTo>
                  <a:lnTo>
                    <a:pt x="0" y="14288"/>
                  </a:lnTo>
                  <a:lnTo>
                    <a:pt x="61913" y="0"/>
                  </a:lnTo>
                  <a:lnTo>
                    <a:pt x="61913" y="389573"/>
                  </a:lnTo>
                  <a:close/>
                </a:path>
              </a:pathLst>
            </a:custGeom>
            <a:solidFill>
              <a:srgbClr val="041E42"/>
            </a:solidFill>
            <a:ln w="9525" cap="flat">
              <a:noFill/>
              <a:prstDash val="solid"/>
              <a:miter/>
            </a:ln>
          </p:spPr>
          <p:txBody>
            <a:bodyPr rtlCol="0" anchor="ctr"/>
            <a:lstStyle/>
            <a:p>
              <a:endParaRPr lang="de-DE"/>
            </a:p>
          </p:txBody>
        </p:sp>
        <p:sp>
          <p:nvSpPr>
            <p:cNvPr id="112" name="Freihandform: Form 213"/>
            <p:cNvSpPr/>
            <p:nvPr/>
          </p:nvSpPr>
          <p:spPr>
            <a:xfrm>
              <a:off x="4941569" y="2641281"/>
              <a:ext cx="242887" cy="279082"/>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3818 w 242887"/>
                <a:gd name="connsiteY5" fmla="*/ 160972 h 279082"/>
                <a:gd name="connsiteX6" fmla="*/ 133350 w 242887"/>
                <a:gd name="connsiteY6" fmla="*/ 225743 h 279082"/>
                <a:gd name="connsiteX7" fmla="*/ 199073 w 242887"/>
                <a:gd name="connsiteY7" fmla="*/ 194310 h 279082"/>
                <a:gd name="connsiteX8" fmla="*/ 238125 w 242887"/>
                <a:gd name="connsiteY8" fmla="*/ 235268 h 279082"/>
                <a:gd name="connsiteX9" fmla="*/ 132398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3818" y="160972"/>
                  </a:lnTo>
                  <a:cubicBezTo>
                    <a:pt x="70485" y="201930"/>
                    <a:pt x="95250" y="225743"/>
                    <a:pt x="133350" y="225743"/>
                  </a:cubicBezTo>
                  <a:cubicBezTo>
                    <a:pt x="158115" y="225743"/>
                    <a:pt x="178118" y="216218"/>
                    <a:pt x="199073" y="194310"/>
                  </a:cubicBezTo>
                  <a:lnTo>
                    <a:pt x="238125"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w="9525" cap="flat">
              <a:noFill/>
              <a:prstDash val="solid"/>
              <a:miter/>
            </a:ln>
          </p:spPr>
          <p:txBody>
            <a:bodyPr rtlCol="0" anchor="ctr"/>
            <a:lstStyle/>
            <a:p>
              <a:endParaRPr lang="de-DE"/>
            </a:p>
          </p:txBody>
        </p:sp>
        <p:sp>
          <p:nvSpPr>
            <p:cNvPr id="113" name="Freihandform: Form 214"/>
            <p:cNvSpPr/>
            <p:nvPr/>
          </p:nvSpPr>
          <p:spPr>
            <a:xfrm>
              <a:off x="5217794" y="2647949"/>
              <a:ext cx="255270" cy="266700"/>
            </a:xfrm>
            <a:custGeom>
              <a:avLst/>
              <a:gdLst>
                <a:gd name="connsiteX0" fmla="*/ 255270 w 255270"/>
                <a:gd name="connsiteY0" fmla="*/ 266700 h 266700"/>
                <a:gd name="connsiteX1" fmla="*/ 183833 w 255270"/>
                <a:gd name="connsiteY1" fmla="*/ 266700 h 266700"/>
                <a:gd name="connsiteX2" fmla="*/ 126683 w 255270"/>
                <a:gd name="connsiteY2" fmla="*/ 174308 h 266700"/>
                <a:gd name="connsiteX3" fmla="*/ 125730 w 255270"/>
                <a:gd name="connsiteY3" fmla="*/ 174308 h 266700"/>
                <a:gd name="connsiteX4" fmla="*/ 70485 w 255270"/>
                <a:gd name="connsiteY4" fmla="*/ 266700 h 266700"/>
                <a:gd name="connsiteX5" fmla="*/ 0 w 255270"/>
                <a:gd name="connsiteY5" fmla="*/ 266700 h 266700"/>
                <a:gd name="connsiteX6" fmla="*/ 91440 w 255270"/>
                <a:gd name="connsiteY6" fmla="*/ 128588 h 266700"/>
                <a:gd name="connsiteX7" fmla="*/ 6668 w 255270"/>
                <a:gd name="connsiteY7" fmla="*/ 0 h 266700"/>
                <a:gd name="connsiteX8" fmla="*/ 77153 w 255270"/>
                <a:gd name="connsiteY8" fmla="*/ 0 h 266700"/>
                <a:gd name="connsiteX9" fmla="*/ 127635 w 255270"/>
                <a:gd name="connsiteY9" fmla="*/ 81915 h 266700"/>
                <a:gd name="connsiteX10" fmla="*/ 128588 w 255270"/>
                <a:gd name="connsiteY10" fmla="*/ 81915 h 266700"/>
                <a:gd name="connsiteX11" fmla="*/ 178118 w 255270"/>
                <a:gd name="connsiteY11" fmla="*/ 0 h 266700"/>
                <a:gd name="connsiteX12" fmla="*/ 247650 w 255270"/>
                <a:gd name="connsiteY12" fmla="*/ 0 h 266700"/>
                <a:gd name="connsiteX13" fmla="*/ 163830 w 255270"/>
                <a:gd name="connsiteY13" fmla="*/ 127635 h 266700"/>
                <a:gd name="connsiteX14" fmla="*/ 255270 w 255270"/>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70" h="266700">
                  <a:moveTo>
                    <a:pt x="255270" y="266700"/>
                  </a:moveTo>
                  <a:lnTo>
                    <a:pt x="183833" y="266700"/>
                  </a:lnTo>
                  <a:lnTo>
                    <a:pt x="126683" y="174308"/>
                  </a:lnTo>
                  <a:lnTo>
                    <a:pt x="125730" y="174308"/>
                  </a:lnTo>
                  <a:lnTo>
                    <a:pt x="70485" y="266700"/>
                  </a:lnTo>
                  <a:lnTo>
                    <a:pt x="0" y="266700"/>
                  </a:lnTo>
                  <a:lnTo>
                    <a:pt x="91440" y="128588"/>
                  </a:lnTo>
                  <a:lnTo>
                    <a:pt x="6668" y="0"/>
                  </a:lnTo>
                  <a:lnTo>
                    <a:pt x="77153" y="0"/>
                  </a:lnTo>
                  <a:lnTo>
                    <a:pt x="127635" y="81915"/>
                  </a:lnTo>
                  <a:lnTo>
                    <a:pt x="128588" y="81915"/>
                  </a:lnTo>
                  <a:lnTo>
                    <a:pt x="178118"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62" name="Freihandform: Form 215"/>
            <p:cNvSpPr/>
            <p:nvPr/>
          </p:nvSpPr>
          <p:spPr>
            <a:xfrm>
              <a:off x="5506402" y="2641281"/>
              <a:ext cx="225742" cy="279082"/>
            </a:xfrm>
            <a:custGeom>
              <a:avLst/>
              <a:gdLst>
                <a:gd name="connsiteX0" fmla="*/ 114300 w 225742"/>
                <a:gd name="connsiteY0" fmla="*/ 107632 h 279082"/>
                <a:gd name="connsiteX1" fmla="*/ 164782 w 225742"/>
                <a:gd name="connsiteY1" fmla="*/ 113347 h 279082"/>
                <a:gd name="connsiteX2" fmla="*/ 164782 w 225742"/>
                <a:gd name="connsiteY2" fmla="*/ 103822 h 279082"/>
                <a:gd name="connsiteX3" fmla="*/ 105728 w 225742"/>
                <a:gd name="connsiteY3" fmla="*/ 52388 h 279082"/>
                <a:gd name="connsiteX4" fmla="*/ 38100 w 225742"/>
                <a:gd name="connsiteY4" fmla="*/ 67628 h 279082"/>
                <a:gd name="connsiteX5" fmla="*/ 24765 w 225742"/>
                <a:gd name="connsiteY5" fmla="*/ 15240 h 279082"/>
                <a:gd name="connsiteX6" fmla="*/ 112395 w 225742"/>
                <a:gd name="connsiteY6" fmla="*/ 0 h 279082"/>
                <a:gd name="connsiteX7" fmla="*/ 225742 w 225742"/>
                <a:gd name="connsiteY7" fmla="*/ 102870 h 279082"/>
                <a:gd name="connsiteX8" fmla="*/ 225742 w 225742"/>
                <a:gd name="connsiteY8" fmla="*/ 273368 h 279082"/>
                <a:gd name="connsiteX9" fmla="*/ 166688 w 225742"/>
                <a:gd name="connsiteY9" fmla="*/ 273368 h 279082"/>
                <a:gd name="connsiteX10" fmla="*/ 166688 w 225742"/>
                <a:gd name="connsiteY10" fmla="*/ 244793 h 279082"/>
                <a:gd name="connsiteX11" fmla="*/ 165735 w 225742"/>
                <a:gd name="connsiteY11" fmla="*/ 244793 h 279082"/>
                <a:gd name="connsiteX12" fmla="*/ 87630 w 225742"/>
                <a:gd name="connsiteY12" fmla="*/ 279083 h 279082"/>
                <a:gd name="connsiteX13" fmla="*/ 0 w 225742"/>
                <a:gd name="connsiteY13" fmla="*/ 194310 h 279082"/>
                <a:gd name="connsiteX14" fmla="*/ 114300 w 225742"/>
                <a:gd name="connsiteY14" fmla="*/ 107632 h 279082"/>
                <a:gd name="connsiteX15" fmla="*/ 103822 w 225742"/>
                <a:gd name="connsiteY15" fmla="*/ 232410 h 279082"/>
                <a:gd name="connsiteX16" fmla="*/ 164782 w 225742"/>
                <a:gd name="connsiteY16" fmla="*/ 200025 h 279082"/>
                <a:gd name="connsiteX17" fmla="*/ 164782 w 225742"/>
                <a:gd name="connsiteY17" fmla="*/ 154305 h 279082"/>
                <a:gd name="connsiteX18" fmla="*/ 120967 w 225742"/>
                <a:gd name="connsiteY18" fmla="*/ 149543 h 279082"/>
                <a:gd name="connsiteX19" fmla="*/ 59055 w 225742"/>
                <a:gd name="connsiteY19" fmla="*/ 193358 h 279082"/>
                <a:gd name="connsiteX20" fmla="*/ 103822 w 225742"/>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42" h="279082">
                  <a:moveTo>
                    <a:pt x="114300" y="107632"/>
                  </a:moveTo>
                  <a:cubicBezTo>
                    <a:pt x="131445" y="107632"/>
                    <a:pt x="147638" y="108585"/>
                    <a:pt x="164782" y="113347"/>
                  </a:cubicBezTo>
                  <a:lnTo>
                    <a:pt x="164782" y="103822"/>
                  </a:lnTo>
                  <a:cubicBezTo>
                    <a:pt x="164782" y="69532"/>
                    <a:pt x="144780" y="52388"/>
                    <a:pt x="105728" y="52388"/>
                  </a:cubicBezTo>
                  <a:cubicBezTo>
                    <a:pt x="83820" y="52388"/>
                    <a:pt x="60007" y="57150"/>
                    <a:pt x="38100" y="67628"/>
                  </a:cubicBezTo>
                  <a:lnTo>
                    <a:pt x="24765" y="15240"/>
                  </a:lnTo>
                  <a:cubicBezTo>
                    <a:pt x="49530" y="5715"/>
                    <a:pt x="81915" y="0"/>
                    <a:pt x="112395" y="0"/>
                  </a:cubicBezTo>
                  <a:cubicBezTo>
                    <a:pt x="187642" y="0"/>
                    <a:pt x="225742" y="35243"/>
                    <a:pt x="225742" y="102870"/>
                  </a:cubicBezTo>
                  <a:lnTo>
                    <a:pt x="225742" y="273368"/>
                  </a:lnTo>
                  <a:lnTo>
                    <a:pt x="166688" y="273368"/>
                  </a:lnTo>
                  <a:lnTo>
                    <a:pt x="166688" y="244793"/>
                  </a:lnTo>
                  <a:lnTo>
                    <a:pt x="165735" y="244793"/>
                  </a:lnTo>
                  <a:cubicBezTo>
                    <a:pt x="142875" y="268605"/>
                    <a:pt x="119063" y="279083"/>
                    <a:pt x="87630" y="279083"/>
                  </a:cubicBezTo>
                  <a:cubicBezTo>
                    <a:pt x="34290" y="279083"/>
                    <a:pt x="0" y="245745"/>
                    <a:pt x="0" y="194310"/>
                  </a:cubicBezTo>
                  <a:cubicBezTo>
                    <a:pt x="0" y="138113"/>
                    <a:pt x="40005" y="107632"/>
                    <a:pt x="114300" y="107632"/>
                  </a:cubicBezTo>
                  <a:close/>
                  <a:moveTo>
                    <a:pt x="103822" y="232410"/>
                  </a:moveTo>
                  <a:cubicBezTo>
                    <a:pt x="126682" y="232410"/>
                    <a:pt x="147638" y="220980"/>
                    <a:pt x="164782" y="200025"/>
                  </a:cubicBezTo>
                  <a:lnTo>
                    <a:pt x="164782" y="154305"/>
                  </a:lnTo>
                  <a:cubicBezTo>
                    <a:pt x="150495" y="150495"/>
                    <a:pt x="135255" y="149543"/>
                    <a:pt x="120967" y="149543"/>
                  </a:cubicBezTo>
                  <a:cubicBezTo>
                    <a:pt x="81915" y="149543"/>
                    <a:pt x="59055" y="164783"/>
                    <a:pt x="59055" y="193358"/>
                  </a:cubicBezTo>
                  <a:cubicBezTo>
                    <a:pt x="59055" y="217170"/>
                    <a:pt x="76200" y="232410"/>
                    <a:pt x="103822" y="232410"/>
                  </a:cubicBezTo>
                  <a:close/>
                </a:path>
              </a:pathLst>
            </a:custGeom>
            <a:solidFill>
              <a:srgbClr val="041E42"/>
            </a:solidFill>
            <a:ln w="9525" cap="flat">
              <a:noFill/>
              <a:prstDash val="solid"/>
              <a:miter/>
            </a:ln>
          </p:spPr>
          <p:txBody>
            <a:bodyPr rtlCol="0" anchor="ctr"/>
            <a:lstStyle/>
            <a:p>
              <a:endParaRPr lang="de-DE"/>
            </a:p>
          </p:txBody>
        </p:sp>
        <p:sp>
          <p:nvSpPr>
            <p:cNvPr id="163" name="Freihandform: Form 216"/>
            <p:cNvSpPr/>
            <p:nvPr/>
          </p:nvSpPr>
          <p:spPr>
            <a:xfrm>
              <a:off x="5812154" y="2642234"/>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7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7" y="55245"/>
                    <a:pt x="117157" y="55245"/>
                  </a:cubicBezTo>
                  <a:cubicBezTo>
                    <a:pt x="73342" y="55245"/>
                    <a:pt x="61913" y="90488"/>
                    <a:pt x="61913" y="120015"/>
                  </a:cubicBezTo>
                  <a:lnTo>
                    <a:pt x="61913" y="273367"/>
                  </a:lnTo>
                  <a:lnTo>
                    <a:pt x="0" y="273367"/>
                  </a:lnTo>
                  <a:lnTo>
                    <a:pt x="0" y="6667"/>
                  </a:lnTo>
                  <a:lnTo>
                    <a:pt x="61913" y="6667"/>
                  </a:lnTo>
                  <a:lnTo>
                    <a:pt x="61913" y="39052"/>
                  </a:lnTo>
                  <a:lnTo>
                    <a:pt x="62865" y="39052"/>
                  </a:lnTo>
                  <a:cubicBezTo>
                    <a:pt x="79057" y="15240"/>
                    <a:pt x="106680" y="0"/>
                    <a:pt x="140970" y="0"/>
                  </a:cubicBezTo>
                  <a:cubicBezTo>
                    <a:pt x="201930" y="0"/>
                    <a:pt x="228600" y="44767"/>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4" name="Freihandform: Form 217"/>
            <p:cNvSpPr/>
            <p:nvPr/>
          </p:nvSpPr>
          <p:spPr>
            <a:xfrm>
              <a:off x="6106477" y="2524124"/>
              <a:ext cx="248602" cy="396239"/>
            </a:xfrm>
            <a:custGeom>
              <a:avLst/>
              <a:gdLst>
                <a:gd name="connsiteX0" fmla="*/ 0 w 248602"/>
                <a:gd name="connsiteY0" fmla="*/ 256223 h 396239"/>
                <a:gd name="connsiteX1" fmla="*/ 108585 w 248602"/>
                <a:gd name="connsiteY1" fmla="*/ 117157 h 396239"/>
                <a:gd name="connsiteX2" fmla="*/ 185738 w 248602"/>
                <a:gd name="connsiteY2" fmla="*/ 153352 h 396239"/>
                <a:gd name="connsiteX3" fmla="*/ 186690 w 248602"/>
                <a:gd name="connsiteY3" fmla="*/ 153352 h 396239"/>
                <a:gd name="connsiteX4" fmla="*/ 186690 w 248602"/>
                <a:gd name="connsiteY4" fmla="*/ 16193 h 396239"/>
                <a:gd name="connsiteX5" fmla="*/ 248603 w 248602"/>
                <a:gd name="connsiteY5" fmla="*/ 0 h 396239"/>
                <a:gd name="connsiteX6" fmla="*/ 248603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6223 h 396239"/>
                <a:gd name="connsiteX12" fmla="*/ 61913 w 248602"/>
                <a:gd name="connsiteY12" fmla="*/ 256223 h 396239"/>
                <a:gd name="connsiteX13" fmla="*/ 123825 w 248602"/>
                <a:gd name="connsiteY13" fmla="*/ 341948 h 396239"/>
                <a:gd name="connsiteX14" fmla="*/ 187642 w 248602"/>
                <a:gd name="connsiteY14" fmla="*/ 306705 h 396239"/>
                <a:gd name="connsiteX15" fmla="*/ 187642 w 248602"/>
                <a:gd name="connsiteY15" fmla="*/ 208598 h 396239"/>
                <a:gd name="connsiteX16" fmla="*/ 123825 w 248602"/>
                <a:gd name="connsiteY16" fmla="*/ 173355 h 396239"/>
                <a:gd name="connsiteX17" fmla="*/ 61913 w 248602"/>
                <a:gd name="connsiteY17" fmla="*/ 256223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6223"/>
                  </a:moveTo>
                  <a:cubicBezTo>
                    <a:pt x="0" y="170498"/>
                    <a:pt x="43815" y="117157"/>
                    <a:pt x="108585" y="117157"/>
                  </a:cubicBezTo>
                  <a:cubicBezTo>
                    <a:pt x="141922" y="117157"/>
                    <a:pt x="168592" y="131445"/>
                    <a:pt x="185738" y="153352"/>
                  </a:cubicBezTo>
                  <a:lnTo>
                    <a:pt x="186690" y="153352"/>
                  </a:lnTo>
                  <a:lnTo>
                    <a:pt x="186690" y="16193"/>
                  </a:lnTo>
                  <a:lnTo>
                    <a:pt x="248603" y="0"/>
                  </a:lnTo>
                  <a:lnTo>
                    <a:pt x="248603" y="389573"/>
                  </a:lnTo>
                  <a:lnTo>
                    <a:pt x="187642" y="389573"/>
                  </a:lnTo>
                  <a:lnTo>
                    <a:pt x="187642" y="358140"/>
                  </a:lnTo>
                  <a:lnTo>
                    <a:pt x="186690" y="358140"/>
                  </a:lnTo>
                  <a:cubicBezTo>
                    <a:pt x="167640" y="381953"/>
                    <a:pt x="140017" y="396240"/>
                    <a:pt x="106680" y="396240"/>
                  </a:cubicBezTo>
                  <a:cubicBezTo>
                    <a:pt x="43815" y="396240"/>
                    <a:pt x="0" y="341948"/>
                    <a:pt x="0" y="256223"/>
                  </a:cubicBezTo>
                  <a:close/>
                  <a:moveTo>
                    <a:pt x="61913" y="256223"/>
                  </a:moveTo>
                  <a:cubicBezTo>
                    <a:pt x="61913" y="310515"/>
                    <a:pt x="84772" y="341948"/>
                    <a:pt x="123825" y="341948"/>
                  </a:cubicBezTo>
                  <a:cubicBezTo>
                    <a:pt x="147638" y="341948"/>
                    <a:pt x="167640" y="330517"/>
                    <a:pt x="187642" y="306705"/>
                  </a:cubicBezTo>
                  <a:lnTo>
                    <a:pt x="187642" y="208598"/>
                  </a:lnTo>
                  <a:cubicBezTo>
                    <a:pt x="169545" y="184785"/>
                    <a:pt x="149542" y="173355"/>
                    <a:pt x="123825" y="173355"/>
                  </a:cubicBezTo>
                  <a:cubicBezTo>
                    <a:pt x="83820" y="173355"/>
                    <a:pt x="61913" y="202883"/>
                    <a:pt x="61913" y="256223"/>
                  </a:cubicBezTo>
                  <a:close/>
                </a:path>
              </a:pathLst>
            </a:custGeom>
            <a:solidFill>
              <a:srgbClr val="041E42"/>
            </a:solidFill>
            <a:ln w="9525" cap="flat">
              <a:noFill/>
              <a:prstDash val="solid"/>
              <a:miter/>
            </a:ln>
          </p:spPr>
          <p:txBody>
            <a:bodyPr rtlCol="0" anchor="ctr"/>
            <a:lstStyle/>
            <a:p>
              <a:endParaRPr lang="de-DE"/>
            </a:p>
          </p:txBody>
        </p:sp>
        <p:sp>
          <p:nvSpPr>
            <p:cNvPr id="165" name="Freihandform: Form 218"/>
            <p:cNvSpPr/>
            <p:nvPr/>
          </p:nvSpPr>
          <p:spPr>
            <a:xfrm>
              <a:off x="6423659" y="2641281"/>
              <a:ext cx="242887" cy="279082"/>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7" y="225743"/>
                    <a:pt x="132397" y="225743"/>
                  </a:cubicBezTo>
                  <a:cubicBezTo>
                    <a:pt x="157163" y="225743"/>
                    <a:pt x="177165" y="216218"/>
                    <a:pt x="198120" y="194310"/>
                  </a:cubicBezTo>
                  <a:lnTo>
                    <a:pt x="237172" y="235268"/>
                  </a:lnTo>
                  <a:cubicBezTo>
                    <a:pt x="206693" y="264795"/>
                    <a:pt x="172403" y="279083"/>
                    <a:pt x="132397" y="279083"/>
                  </a:cubicBezTo>
                  <a:close/>
                  <a:moveTo>
                    <a:pt x="61913" y="115253"/>
                  </a:moveTo>
                  <a:lnTo>
                    <a:pt x="182880" y="115253"/>
                  </a:lnTo>
                  <a:cubicBezTo>
                    <a:pt x="180022" y="74295"/>
                    <a:pt x="159068" y="50482"/>
                    <a:pt x="123825" y="50482"/>
                  </a:cubicBezTo>
                  <a:cubicBezTo>
                    <a:pt x="89535" y="50482"/>
                    <a:pt x="67628" y="74295"/>
                    <a:pt x="61913"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219"/>
            <p:cNvSpPr/>
            <p:nvPr/>
          </p:nvSpPr>
          <p:spPr>
            <a:xfrm>
              <a:off x="6737031" y="2641039"/>
              <a:ext cx="160019" cy="272657"/>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39065"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220"/>
            <p:cNvSpPr/>
            <p:nvPr/>
          </p:nvSpPr>
          <p:spPr>
            <a:xfrm>
              <a:off x="6936104" y="2721291"/>
              <a:ext cx="130492" cy="59055"/>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8" name="Freihandform: Form 221"/>
            <p:cNvSpPr/>
            <p:nvPr/>
          </p:nvSpPr>
          <p:spPr>
            <a:xfrm>
              <a:off x="7145654" y="2545079"/>
              <a:ext cx="288607" cy="375284"/>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2"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9" name="Freihandform: Form 222"/>
            <p:cNvSpPr/>
            <p:nvPr/>
          </p:nvSpPr>
          <p:spPr>
            <a:xfrm>
              <a:off x="7517129" y="2642234"/>
              <a:ext cx="228600" cy="27336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7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7" y="55245"/>
                    <a:pt x="117157"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9057" y="15240"/>
                    <a:pt x="106680" y="0"/>
                    <a:pt x="140970" y="0"/>
                  </a:cubicBezTo>
                  <a:cubicBezTo>
                    <a:pt x="201930" y="0"/>
                    <a:pt x="228600" y="44767"/>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70" name="Freihandform: Form 223"/>
            <p:cNvSpPr/>
            <p:nvPr/>
          </p:nvSpPr>
          <p:spPr>
            <a:xfrm>
              <a:off x="7816214" y="2528887"/>
              <a:ext cx="79057" cy="385762"/>
            </a:xfrm>
            <a:custGeom>
              <a:avLst/>
              <a:gdLst>
                <a:gd name="connsiteX0" fmla="*/ 79058 w 79057"/>
                <a:gd name="connsiteY0" fmla="*/ 38100 h 385762"/>
                <a:gd name="connsiteX1" fmla="*/ 39053 w 79057"/>
                <a:gd name="connsiteY1" fmla="*/ 76200 h 385762"/>
                <a:gd name="connsiteX2" fmla="*/ 0 w 79057"/>
                <a:gd name="connsiteY2" fmla="*/ 38100 h 385762"/>
                <a:gd name="connsiteX3" fmla="*/ 39053 w 79057"/>
                <a:gd name="connsiteY3" fmla="*/ 0 h 385762"/>
                <a:gd name="connsiteX4" fmla="*/ 79058 w 79057"/>
                <a:gd name="connsiteY4" fmla="*/ 38100 h 385762"/>
                <a:gd name="connsiteX5" fmla="*/ 70485 w 79057"/>
                <a:gd name="connsiteY5" fmla="*/ 385763 h 385762"/>
                <a:gd name="connsiteX6" fmla="*/ 8573 w 79057"/>
                <a:gd name="connsiteY6" fmla="*/ 385763 h 385762"/>
                <a:gd name="connsiteX7" fmla="*/ 8573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5763"/>
                  </a:moveTo>
                  <a:lnTo>
                    <a:pt x="8573" y="385763"/>
                  </a:lnTo>
                  <a:lnTo>
                    <a:pt x="8573"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171" name="Freihandform: Form 224"/>
            <p:cNvSpPr/>
            <p:nvPr/>
          </p:nvSpPr>
          <p:spPr>
            <a:xfrm>
              <a:off x="7940039" y="2647949"/>
              <a:ext cx="259080" cy="266700"/>
            </a:xfrm>
            <a:custGeom>
              <a:avLst/>
              <a:gdLst>
                <a:gd name="connsiteX0" fmla="*/ 259080 w 259080"/>
                <a:gd name="connsiteY0" fmla="*/ 0 h 266700"/>
                <a:gd name="connsiteX1" fmla="*/ 161925 w 259080"/>
                <a:gd name="connsiteY1" fmla="*/ 266700 h 266700"/>
                <a:gd name="connsiteX2" fmla="*/ 97155 w 259080"/>
                <a:gd name="connsiteY2" fmla="*/ 266700 h 266700"/>
                <a:gd name="connsiteX3" fmla="*/ 0 w 259080"/>
                <a:gd name="connsiteY3" fmla="*/ 0 h 266700"/>
                <a:gd name="connsiteX4" fmla="*/ 68580 w 259080"/>
                <a:gd name="connsiteY4" fmla="*/ 0 h 266700"/>
                <a:gd name="connsiteX5" fmla="*/ 129540 w 259080"/>
                <a:gd name="connsiteY5" fmla="*/ 193358 h 266700"/>
                <a:gd name="connsiteX6" fmla="*/ 130493 w 259080"/>
                <a:gd name="connsiteY6" fmla="*/ 193358 h 266700"/>
                <a:gd name="connsiteX7" fmla="*/ 191453 w 259080"/>
                <a:gd name="connsiteY7" fmla="*/ 0 h 266700"/>
                <a:gd name="connsiteX8" fmla="*/ 259080 w 259080"/>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 h="266700">
                  <a:moveTo>
                    <a:pt x="259080" y="0"/>
                  </a:moveTo>
                  <a:lnTo>
                    <a:pt x="161925" y="266700"/>
                  </a:lnTo>
                  <a:lnTo>
                    <a:pt x="97155" y="266700"/>
                  </a:lnTo>
                  <a:lnTo>
                    <a:pt x="0" y="0"/>
                  </a:lnTo>
                  <a:lnTo>
                    <a:pt x="68580" y="0"/>
                  </a:lnTo>
                  <a:lnTo>
                    <a:pt x="129540" y="193358"/>
                  </a:lnTo>
                  <a:lnTo>
                    <a:pt x="130493" y="193358"/>
                  </a:lnTo>
                  <a:lnTo>
                    <a:pt x="191453" y="0"/>
                  </a:lnTo>
                  <a:lnTo>
                    <a:pt x="259080" y="0"/>
                  </a:lnTo>
                  <a:close/>
                </a:path>
              </a:pathLst>
            </a:custGeom>
            <a:solidFill>
              <a:srgbClr val="041E42"/>
            </a:solidFill>
            <a:ln w="9525" cap="flat">
              <a:noFill/>
              <a:prstDash val="solid"/>
              <a:miter/>
            </a:ln>
          </p:spPr>
          <p:txBody>
            <a:bodyPr rtlCol="0" anchor="ctr"/>
            <a:lstStyle/>
            <a:p>
              <a:endParaRPr lang="de-DE"/>
            </a:p>
          </p:txBody>
        </p:sp>
        <p:sp>
          <p:nvSpPr>
            <p:cNvPr id="172" name="Freihandform: Form 225"/>
            <p:cNvSpPr/>
            <p:nvPr/>
          </p:nvSpPr>
          <p:spPr>
            <a:xfrm>
              <a:off x="8227694" y="2641281"/>
              <a:ext cx="242887" cy="279082"/>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3818 w 242887"/>
                <a:gd name="connsiteY5" fmla="*/ 160972 h 279082"/>
                <a:gd name="connsiteX6" fmla="*/ 133350 w 242887"/>
                <a:gd name="connsiteY6" fmla="*/ 225743 h 279082"/>
                <a:gd name="connsiteX7" fmla="*/ 199073 w 242887"/>
                <a:gd name="connsiteY7" fmla="*/ 194310 h 279082"/>
                <a:gd name="connsiteX8" fmla="*/ 238125 w 242887"/>
                <a:gd name="connsiteY8" fmla="*/ 235268 h 279082"/>
                <a:gd name="connsiteX9" fmla="*/ 132398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3818" y="160972"/>
                  </a:lnTo>
                  <a:cubicBezTo>
                    <a:pt x="70485" y="201930"/>
                    <a:pt x="95250" y="225743"/>
                    <a:pt x="133350" y="225743"/>
                  </a:cubicBezTo>
                  <a:cubicBezTo>
                    <a:pt x="158115" y="225743"/>
                    <a:pt x="178118" y="216218"/>
                    <a:pt x="199073" y="194310"/>
                  </a:cubicBezTo>
                  <a:lnTo>
                    <a:pt x="238125" y="235268"/>
                  </a:lnTo>
                  <a:cubicBezTo>
                    <a:pt x="206693" y="264795"/>
                    <a:pt x="172403" y="279083"/>
                    <a:pt x="132398" y="279083"/>
                  </a:cubicBezTo>
                  <a:close/>
                  <a:moveTo>
                    <a:pt x="61913" y="115253"/>
                  </a:moveTo>
                  <a:lnTo>
                    <a:pt x="182880" y="115253"/>
                  </a:lnTo>
                  <a:cubicBezTo>
                    <a:pt x="180023" y="74295"/>
                    <a:pt x="159068" y="50482"/>
                    <a:pt x="123825" y="50482"/>
                  </a:cubicBezTo>
                  <a:cubicBezTo>
                    <a:pt x="89535" y="50482"/>
                    <a:pt x="67628" y="74295"/>
                    <a:pt x="61913" y="115253"/>
                  </a:cubicBezTo>
                  <a:close/>
                </a:path>
              </a:pathLst>
            </a:custGeom>
            <a:solidFill>
              <a:srgbClr val="041E42"/>
            </a:solidFill>
            <a:ln w="9525" cap="flat">
              <a:noFill/>
              <a:prstDash val="solid"/>
              <a:miter/>
            </a:ln>
          </p:spPr>
          <p:txBody>
            <a:bodyPr rtlCol="0" anchor="ctr"/>
            <a:lstStyle/>
            <a:p>
              <a:endParaRPr lang="de-DE"/>
            </a:p>
          </p:txBody>
        </p:sp>
        <p:sp>
          <p:nvSpPr>
            <p:cNvPr id="173" name="Freihandform: Form 226"/>
            <p:cNvSpPr/>
            <p:nvPr/>
          </p:nvSpPr>
          <p:spPr>
            <a:xfrm>
              <a:off x="8539162" y="2641039"/>
              <a:ext cx="161925" cy="272657"/>
            </a:xfrm>
            <a:custGeom>
              <a:avLst/>
              <a:gdLst>
                <a:gd name="connsiteX0" fmla="*/ 161925 w 161925"/>
                <a:gd name="connsiteY0" fmla="*/ 5005 h 272657"/>
                <a:gd name="connsiteX1" fmla="*/ 152400 w 161925"/>
                <a:gd name="connsiteY1" fmla="*/ 68823 h 272657"/>
                <a:gd name="connsiteX2" fmla="*/ 118110 w 161925"/>
                <a:gd name="connsiteY2" fmla="*/ 60250 h 272657"/>
                <a:gd name="connsiteX3" fmla="*/ 63818 w 161925"/>
                <a:gd name="connsiteY3" fmla="*/ 135498 h 272657"/>
                <a:gd name="connsiteX4" fmla="*/ 63818 w 161925"/>
                <a:gd name="connsiteY4" fmla="*/ 272658 h 272657"/>
                <a:gd name="connsiteX5" fmla="*/ 0 w 161925"/>
                <a:gd name="connsiteY5" fmla="*/ 272658 h 272657"/>
                <a:gd name="connsiteX6" fmla="*/ 0 w 161925"/>
                <a:gd name="connsiteY6" fmla="*/ 5958 h 272657"/>
                <a:gd name="connsiteX7" fmla="*/ 60960 w 161925"/>
                <a:gd name="connsiteY7" fmla="*/ 5958 h 272657"/>
                <a:gd name="connsiteX8" fmla="*/ 60960 w 161925"/>
                <a:gd name="connsiteY8" fmla="*/ 40248 h 272657"/>
                <a:gd name="connsiteX9" fmla="*/ 61913 w 161925"/>
                <a:gd name="connsiteY9" fmla="*/ 40248 h 272657"/>
                <a:gd name="connsiteX10" fmla="*/ 131445 w 161925"/>
                <a:gd name="connsiteY10" fmla="*/ 243 h 272657"/>
                <a:gd name="connsiteX11" fmla="*/ 161925 w 161925"/>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925" h="272657">
                  <a:moveTo>
                    <a:pt x="161925" y="5005"/>
                  </a:moveTo>
                  <a:lnTo>
                    <a:pt x="152400" y="68823"/>
                  </a:lnTo>
                  <a:cubicBezTo>
                    <a:pt x="142875" y="64060"/>
                    <a:pt x="131445" y="60250"/>
                    <a:pt x="118110" y="60250"/>
                  </a:cubicBezTo>
                  <a:cubicBezTo>
                    <a:pt x="75248" y="60250"/>
                    <a:pt x="63818" y="94540"/>
                    <a:pt x="63818" y="135498"/>
                  </a:cubicBezTo>
                  <a:lnTo>
                    <a:pt x="63818" y="272658"/>
                  </a:lnTo>
                  <a:lnTo>
                    <a:pt x="0" y="272658"/>
                  </a:lnTo>
                  <a:lnTo>
                    <a:pt x="0" y="5958"/>
                  </a:lnTo>
                  <a:lnTo>
                    <a:pt x="60960" y="5958"/>
                  </a:lnTo>
                  <a:lnTo>
                    <a:pt x="60960" y="40248"/>
                  </a:lnTo>
                  <a:lnTo>
                    <a:pt x="61913" y="40248"/>
                  </a:lnTo>
                  <a:cubicBezTo>
                    <a:pt x="76200" y="15483"/>
                    <a:pt x="100965" y="243"/>
                    <a:pt x="131445" y="243"/>
                  </a:cubicBezTo>
                  <a:cubicBezTo>
                    <a:pt x="140970" y="-710"/>
                    <a:pt x="152400" y="1195"/>
                    <a:pt x="161925" y="5005"/>
                  </a:cubicBezTo>
                  <a:close/>
                </a:path>
              </a:pathLst>
            </a:custGeom>
            <a:solidFill>
              <a:srgbClr val="041E42"/>
            </a:solidFill>
            <a:ln w="9525" cap="flat">
              <a:noFill/>
              <a:prstDash val="solid"/>
              <a:miter/>
            </a:ln>
          </p:spPr>
          <p:txBody>
            <a:bodyPr rtlCol="0" anchor="ctr"/>
            <a:lstStyle/>
            <a:p>
              <a:endParaRPr lang="de-DE"/>
            </a:p>
          </p:txBody>
        </p:sp>
        <p:sp>
          <p:nvSpPr>
            <p:cNvPr id="174" name="Freihandform: Form 227"/>
            <p:cNvSpPr/>
            <p:nvPr/>
          </p:nvSpPr>
          <p:spPr>
            <a:xfrm>
              <a:off x="8729662" y="2640329"/>
              <a:ext cx="205739" cy="280034"/>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3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8" y="218122"/>
                    <a:pt x="80963" y="227647"/>
                    <a:pt x="104775" y="227647"/>
                  </a:cubicBezTo>
                  <a:cubicBezTo>
                    <a:pt x="127635" y="227647"/>
                    <a:pt x="143827" y="217170"/>
                    <a:pt x="143827" y="200978"/>
                  </a:cubicBezTo>
                  <a:cubicBezTo>
                    <a:pt x="143827" y="155258"/>
                    <a:pt x="10477" y="171450"/>
                    <a:pt x="10477" y="82868"/>
                  </a:cubicBezTo>
                  <a:cubicBezTo>
                    <a:pt x="10477" y="33338"/>
                    <a:pt x="51435" y="0"/>
                    <a:pt x="111443" y="0"/>
                  </a:cubicBezTo>
                  <a:cubicBezTo>
                    <a:pt x="143827" y="0"/>
                    <a:pt x="175260" y="9525"/>
                    <a:pt x="203835" y="27622"/>
                  </a:cubicBezTo>
                  <a:lnTo>
                    <a:pt x="174307" y="76200"/>
                  </a:lnTo>
                  <a:cubicBezTo>
                    <a:pt x="151448" y="60007"/>
                    <a:pt x="130493"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75" name="Freihandform: Form 228"/>
            <p:cNvSpPr/>
            <p:nvPr/>
          </p:nvSpPr>
          <p:spPr>
            <a:xfrm>
              <a:off x="8993504" y="2528887"/>
              <a:ext cx="79057" cy="385762"/>
            </a:xfrm>
            <a:custGeom>
              <a:avLst/>
              <a:gdLst>
                <a:gd name="connsiteX0" fmla="*/ 79057 w 79057"/>
                <a:gd name="connsiteY0" fmla="*/ 38100 h 385762"/>
                <a:gd name="connsiteX1" fmla="*/ 39052 w 79057"/>
                <a:gd name="connsiteY1" fmla="*/ 76200 h 385762"/>
                <a:gd name="connsiteX2" fmla="*/ 0 w 79057"/>
                <a:gd name="connsiteY2" fmla="*/ 38100 h 385762"/>
                <a:gd name="connsiteX3" fmla="*/ 39052 w 79057"/>
                <a:gd name="connsiteY3" fmla="*/ 0 h 385762"/>
                <a:gd name="connsiteX4" fmla="*/ 79057 w 79057"/>
                <a:gd name="connsiteY4" fmla="*/ 38100 h 385762"/>
                <a:gd name="connsiteX5" fmla="*/ 70485 w 79057"/>
                <a:gd name="connsiteY5" fmla="*/ 385763 h 385762"/>
                <a:gd name="connsiteX6" fmla="*/ 8572 w 79057"/>
                <a:gd name="connsiteY6" fmla="*/ 385763 h 385762"/>
                <a:gd name="connsiteX7" fmla="*/ 8572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7" y="38100"/>
                  </a:moveTo>
                  <a:cubicBezTo>
                    <a:pt x="79057" y="60007"/>
                    <a:pt x="60960" y="76200"/>
                    <a:pt x="39052" y="76200"/>
                  </a:cubicBezTo>
                  <a:cubicBezTo>
                    <a:pt x="17145" y="76200"/>
                    <a:pt x="0" y="60960"/>
                    <a:pt x="0" y="38100"/>
                  </a:cubicBezTo>
                  <a:cubicBezTo>
                    <a:pt x="0" y="16193"/>
                    <a:pt x="18097" y="0"/>
                    <a:pt x="39052" y="0"/>
                  </a:cubicBezTo>
                  <a:cubicBezTo>
                    <a:pt x="60960" y="0"/>
                    <a:pt x="79057" y="16193"/>
                    <a:pt x="79057" y="38100"/>
                  </a:cubicBezTo>
                  <a:close/>
                  <a:moveTo>
                    <a:pt x="70485" y="385763"/>
                  </a:moveTo>
                  <a:lnTo>
                    <a:pt x="8572" y="385763"/>
                  </a:lnTo>
                  <a:lnTo>
                    <a:pt x="8572" y="119063"/>
                  </a:lnTo>
                  <a:lnTo>
                    <a:pt x="70485" y="119063"/>
                  </a:lnTo>
                  <a:lnTo>
                    <a:pt x="70485" y="385763"/>
                  </a:lnTo>
                  <a:close/>
                </a:path>
              </a:pathLst>
            </a:custGeom>
            <a:solidFill>
              <a:srgbClr val="041E42"/>
            </a:solidFill>
            <a:ln w="9525" cap="flat">
              <a:noFill/>
              <a:prstDash val="solid"/>
              <a:miter/>
            </a:ln>
          </p:spPr>
          <p:txBody>
            <a:bodyPr rtlCol="0" anchor="ctr"/>
            <a:lstStyle/>
            <a:p>
              <a:endParaRPr lang="de-DE"/>
            </a:p>
          </p:txBody>
        </p:sp>
        <p:sp>
          <p:nvSpPr>
            <p:cNvPr id="176" name="Freihandform: Form 229"/>
            <p:cNvSpPr/>
            <p:nvPr/>
          </p:nvSpPr>
          <p:spPr>
            <a:xfrm>
              <a:off x="9117329" y="2562224"/>
              <a:ext cx="165734" cy="358139"/>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8 w 165734"/>
                <a:gd name="connsiteY9" fmla="*/ 0 h 358139"/>
                <a:gd name="connsiteX10" fmla="*/ 101918 w 165734"/>
                <a:gd name="connsiteY10" fmla="*/ 86677 h 358139"/>
                <a:gd name="connsiteX11" fmla="*/ 165735 w 165734"/>
                <a:gd name="connsiteY11" fmla="*/ 86677 h 358139"/>
                <a:gd name="connsiteX12" fmla="*/ 165735 w 165734"/>
                <a:gd name="connsiteY12" fmla="*/ 138113 h 358139"/>
                <a:gd name="connsiteX13" fmla="*/ 101918 w 165734"/>
                <a:gd name="connsiteY13" fmla="*/ 138113 h 358139"/>
                <a:gd name="connsiteX14" fmla="*/ 101918 w 165734"/>
                <a:gd name="connsiteY14" fmla="*/ 269558 h 358139"/>
                <a:gd name="connsiteX15" fmla="*/ 130493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7" name="Freihandform: Form 230"/>
            <p:cNvSpPr/>
            <p:nvPr/>
          </p:nvSpPr>
          <p:spPr>
            <a:xfrm>
              <a:off x="9331642" y="2533649"/>
              <a:ext cx="225742" cy="386714"/>
            </a:xfrm>
            <a:custGeom>
              <a:avLst/>
              <a:gdLst>
                <a:gd name="connsiteX0" fmla="*/ 114300 w 225742"/>
                <a:gd name="connsiteY0" fmla="*/ 215265 h 386714"/>
                <a:gd name="connsiteX1" fmla="*/ 164782 w 225742"/>
                <a:gd name="connsiteY1" fmla="*/ 220980 h 386714"/>
                <a:gd name="connsiteX2" fmla="*/ 164782 w 225742"/>
                <a:gd name="connsiteY2" fmla="*/ 211455 h 386714"/>
                <a:gd name="connsiteX3" fmla="*/ 105727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4775 w 225742"/>
                <a:gd name="connsiteY20" fmla="*/ 340042 h 386714"/>
                <a:gd name="connsiteX21" fmla="*/ 165735 w 225742"/>
                <a:gd name="connsiteY21" fmla="*/ 307658 h 386714"/>
                <a:gd name="connsiteX22" fmla="*/ 165735 w 225742"/>
                <a:gd name="connsiteY22" fmla="*/ 261938 h 386714"/>
                <a:gd name="connsiteX23" fmla="*/ 121920 w 225742"/>
                <a:gd name="connsiteY23" fmla="*/ 257175 h 386714"/>
                <a:gd name="connsiteX24" fmla="*/ 60007 w 225742"/>
                <a:gd name="connsiteY24" fmla="*/ 300990 h 386714"/>
                <a:gd name="connsiteX25" fmla="*/ 104775 w 225742"/>
                <a:gd name="connsiteY25" fmla="*/ 340042 h 386714"/>
                <a:gd name="connsiteX26" fmla="*/ 173355 w 225742"/>
                <a:gd name="connsiteY26" fmla="*/ 72390 h 386714"/>
                <a:gd name="connsiteX27" fmla="*/ 136207 w 225742"/>
                <a:gd name="connsiteY27" fmla="*/ 36195 h 386714"/>
                <a:gd name="connsiteX28" fmla="*/ 173355 w 225742"/>
                <a:gd name="connsiteY28" fmla="*/ 0 h 386714"/>
                <a:gd name="connsiteX29" fmla="*/ 210502 w 225742"/>
                <a:gd name="connsiteY29" fmla="*/ 36195 h 386714"/>
                <a:gd name="connsiteX30" fmla="*/ 173355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2" y="220980"/>
                  </a:cubicBezTo>
                  <a:lnTo>
                    <a:pt x="164782" y="211455"/>
                  </a:lnTo>
                  <a:cubicBezTo>
                    <a:pt x="164782" y="177165"/>
                    <a:pt x="144780" y="160020"/>
                    <a:pt x="105727" y="160020"/>
                  </a:cubicBezTo>
                  <a:cubicBezTo>
                    <a:pt x="83820" y="160020"/>
                    <a:pt x="60007"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4775" y="340042"/>
                  </a:moveTo>
                  <a:cubicBezTo>
                    <a:pt x="127635" y="340042"/>
                    <a:pt x="148590" y="328613"/>
                    <a:pt x="165735" y="307658"/>
                  </a:cubicBezTo>
                  <a:lnTo>
                    <a:pt x="165735" y="261938"/>
                  </a:lnTo>
                  <a:cubicBezTo>
                    <a:pt x="151447" y="258127"/>
                    <a:pt x="136207" y="257175"/>
                    <a:pt x="121920" y="257175"/>
                  </a:cubicBezTo>
                  <a:cubicBezTo>
                    <a:pt x="82868" y="257175"/>
                    <a:pt x="60007" y="272415"/>
                    <a:pt x="60007" y="300990"/>
                  </a:cubicBezTo>
                  <a:cubicBezTo>
                    <a:pt x="60007" y="324803"/>
                    <a:pt x="77152" y="340042"/>
                    <a:pt x="104775" y="340042"/>
                  </a:cubicBezTo>
                  <a:close/>
                  <a:moveTo>
                    <a:pt x="173355" y="72390"/>
                  </a:moveTo>
                  <a:cubicBezTo>
                    <a:pt x="153352" y="72390"/>
                    <a:pt x="136207" y="55245"/>
                    <a:pt x="136207" y="36195"/>
                  </a:cubicBezTo>
                  <a:cubicBezTo>
                    <a:pt x="136207" y="17145"/>
                    <a:pt x="153352" y="0"/>
                    <a:pt x="173355" y="0"/>
                  </a:cubicBezTo>
                  <a:cubicBezTo>
                    <a:pt x="193357" y="0"/>
                    <a:pt x="210502" y="17145"/>
                    <a:pt x="210502" y="36195"/>
                  </a:cubicBezTo>
                  <a:cubicBezTo>
                    <a:pt x="210502" y="56198"/>
                    <a:pt x="192405" y="72390"/>
                    <a:pt x="173355" y="72390"/>
                  </a:cubicBezTo>
                  <a:close/>
                </a:path>
              </a:pathLst>
            </a:custGeom>
            <a:solidFill>
              <a:srgbClr val="041E42"/>
            </a:solidFill>
            <a:ln w="9525" cap="flat">
              <a:noFill/>
              <a:prstDash val="solid"/>
              <a:miter/>
            </a:ln>
          </p:spPr>
          <p:txBody>
            <a:bodyPr rtlCol="0" anchor="ctr"/>
            <a:lstStyle/>
            <a:p>
              <a:endParaRPr lang="de-DE"/>
            </a:p>
          </p:txBody>
        </p:sp>
        <p:sp>
          <p:nvSpPr>
            <p:cNvPr id="178" name="Freihandform: Form 231"/>
            <p:cNvSpPr/>
            <p:nvPr/>
          </p:nvSpPr>
          <p:spPr>
            <a:xfrm>
              <a:off x="9605962" y="2562224"/>
              <a:ext cx="166687" cy="358139"/>
            </a:xfrm>
            <a:custGeom>
              <a:avLst/>
              <a:gdLst>
                <a:gd name="connsiteX0" fmla="*/ 166688 w 166687"/>
                <a:gd name="connsiteY0" fmla="*/ 295275 h 358139"/>
                <a:gd name="connsiteX1" fmla="*/ 166688 w 166687"/>
                <a:gd name="connsiteY1" fmla="*/ 348615 h 358139"/>
                <a:gd name="connsiteX2" fmla="*/ 114300 w 166687"/>
                <a:gd name="connsiteY2" fmla="*/ 358140 h 358139"/>
                <a:gd name="connsiteX3" fmla="*/ 41910 w 166687"/>
                <a:gd name="connsiteY3" fmla="*/ 282892 h 358139"/>
                <a:gd name="connsiteX4" fmla="*/ 41910 w 166687"/>
                <a:gd name="connsiteY4" fmla="*/ 137160 h 358139"/>
                <a:gd name="connsiteX5" fmla="*/ 0 w 166687"/>
                <a:gd name="connsiteY5" fmla="*/ 137160 h 358139"/>
                <a:gd name="connsiteX6" fmla="*/ 0 w 166687"/>
                <a:gd name="connsiteY6" fmla="*/ 85725 h 358139"/>
                <a:gd name="connsiteX7" fmla="*/ 40005 w 166687"/>
                <a:gd name="connsiteY7" fmla="*/ 85725 h 358139"/>
                <a:gd name="connsiteX8" fmla="*/ 40005 w 166687"/>
                <a:gd name="connsiteY8" fmla="*/ 13335 h 358139"/>
                <a:gd name="connsiteX9" fmla="*/ 101918 w 166687"/>
                <a:gd name="connsiteY9" fmla="*/ 0 h 358139"/>
                <a:gd name="connsiteX10" fmla="*/ 101918 w 166687"/>
                <a:gd name="connsiteY10" fmla="*/ 86677 h 358139"/>
                <a:gd name="connsiteX11" fmla="*/ 165735 w 166687"/>
                <a:gd name="connsiteY11" fmla="*/ 86677 h 358139"/>
                <a:gd name="connsiteX12" fmla="*/ 165735 w 166687"/>
                <a:gd name="connsiteY12" fmla="*/ 138113 h 358139"/>
                <a:gd name="connsiteX13" fmla="*/ 101918 w 166687"/>
                <a:gd name="connsiteY13" fmla="*/ 138113 h 358139"/>
                <a:gd name="connsiteX14" fmla="*/ 101918 w 166687"/>
                <a:gd name="connsiteY14" fmla="*/ 269558 h 358139"/>
                <a:gd name="connsiteX15" fmla="*/ 130493 w 166687"/>
                <a:gd name="connsiteY15" fmla="*/ 304800 h 358139"/>
                <a:gd name="connsiteX16" fmla="*/ 166688 w 166687"/>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687" h="358139">
                  <a:moveTo>
                    <a:pt x="166688" y="295275"/>
                  </a:moveTo>
                  <a:lnTo>
                    <a:pt x="166688" y="348615"/>
                  </a:lnTo>
                  <a:cubicBezTo>
                    <a:pt x="153352" y="355283"/>
                    <a:pt x="132398" y="358140"/>
                    <a:pt x="114300" y="358140"/>
                  </a:cubicBezTo>
                  <a:cubicBezTo>
                    <a:pt x="67627" y="358140"/>
                    <a:pt x="41910" y="331470"/>
                    <a:pt x="41910" y="282892"/>
                  </a:cubicBezTo>
                  <a:lnTo>
                    <a:pt x="41910"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3827" y="303848"/>
                    <a:pt x="156210" y="300038"/>
                    <a:pt x="166688" y="295275"/>
                  </a:cubicBezTo>
                  <a:close/>
                </a:path>
              </a:pathLst>
            </a:custGeom>
            <a:solidFill>
              <a:srgbClr val="041E42"/>
            </a:solidFill>
            <a:ln w="9525" cap="flat">
              <a:noFill/>
              <a:prstDash val="solid"/>
              <a:miter/>
            </a:ln>
          </p:spPr>
          <p:txBody>
            <a:bodyPr rtlCol="0" anchor="ctr"/>
            <a:lstStyle/>
            <a:p>
              <a:endParaRPr lang="de-DE"/>
            </a:p>
          </p:txBody>
        </p:sp>
        <p:sp>
          <p:nvSpPr>
            <p:cNvPr id="179" name="Freihandform: Form 232"/>
            <p:cNvSpPr/>
            <p:nvPr/>
          </p:nvSpPr>
          <p:spPr>
            <a:xfrm>
              <a:off x="2090737" y="3122294"/>
              <a:ext cx="231457" cy="368617"/>
            </a:xfrm>
            <a:custGeom>
              <a:avLst/>
              <a:gdLst>
                <a:gd name="connsiteX0" fmla="*/ 231458 w 231457"/>
                <a:gd name="connsiteY0" fmla="*/ 60007 h 368617"/>
                <a:gd name="connsiteX1" fmla="*/ 65723 w 231457"/>
                <a:gd name="connsiteY1" fmla="*/ 60007 h 368617"/>
                <a:gd name="connsiteX2" fmla="*/ 65723 w 231457"/>
                <a:gd name="connsiteY2" fmla="*/ 151447 h 368617"/>
                <a:gd name="connsiteX3" fmla="*/ 189548 w 231457"/>
                <a:gd name="connsiteY3" fmla="*/ 151447 h 368617"/>
                <a:gd name="connsiteX4" fmla="*/ 189548 w 231457"/>
                <a:gd name="connsiteY4" fmla="*/ 211455 h 368617"/>
                <a:gd name="connsiteX5" fmla="*/ 65723 w 231457"/>
                <a:gd name="connsiteY5" fmla="*/ 211455 h 368617"/>
                <a:gd name="connsiteX6" fmla="*/ 65723 w 231457"/>
                <a:gd name="connsiteY6" fmla="*/ 368617 h 368617"/>
                <a:gd name="connsiteX7" fmla="*/ 0 w 231457"/>
                <a:gd name="connsiteY7" fmla="*/ 368617 h 368617"/>
                <a:gd name="connsiteX8" fmla="*/ 0 w 231457"/>
                <a:gd name="connsiteY8" fmla="*/ 0 h 368617"/>
                <a:gd name="connsiteX9" fmla="*/ 231458 w 231457"/>
                <a:gd name="connsiteY9" fmla="*/ 0 h 368617"/>
                <a:gd name="connsiteX10" fmla="*/ 231458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8" y="60007"/>
                  </a:moveTo>
                  <a:lnTo>
                    <a:pt x="65723" y="60007"/>
                  </a:lnTo>
                  <a:lnTo>
                    <a:pt x="65723" y="151447"/>
                  </a:lnTo>
                  <a:lnTo>
                    <a:pt x="189548" y="151447"/>
                  </a:lnTo>
                  <a:lnTo>
                    <a:pt x="189548" y="211455"/>
                  </a:lnTo>
                  <a:lnTo>
                    <a:pt x="65723" y="211455"/>
                  </a:lnTo>
                  <a:lnTo>
                    <a:pt x="65723" y="368617"/>
                  </a:lnTo>
                  <a:lnTo>
                    <a:pt x="0" y="368617"/>
                  </a:lnTo>
                  <a:lnTo>
                    <a:pt x="0" y="0"/>
                  </a:lnTo>
                  <a:lnTo>
                    <a:pt x="231458" y="0"/>
                  </a:lnTo>
                  <a:lnTo>
                    <a:pt x="231458" y="60007"/>
                  </a:lnTo>
                  <a:close/>
                </a:path>
              </a:pathLst>
            </a:custGeom>
            <a:grpFill/>
            <a:ln w="9525" cap="flat">
              <a:noFill/>
              <a:prstDash val="solid"/>
              <a:miter/>
            </a:ln>
          </p:spPr>
          <p:txBody>
            <a:bodyPr rtlCol="0" anchor="ctr"/>
            <a:lstStyle/>
            <a:p>
              <a:endParaRPr lang="de-DE"/>
            </a:p>
          </p:txBody>
        </p:sp>
        <p:sp>
          <p:nvSpPr>
            <p:cNvPr id="180" name="Freihandform: Form 233"/>
            <p:cNvSpPr/>
            <p:nvPr/>
          </p:nvSpPr>
          <p:spPr>
            <a:xfrm>
              <a:off x="2334560" y="3217544"/>
              <a:ext cx="225758" cy="279082"/>
            </a:xfrm>
            <a:custGeom>
              <a:avLst/>
              <a:gdLst>
                <a:gd name="connsiteX0" fmla="*/ 114316 w 225758"/>
                <a:gd name="connsiteY0" fmla="*/ 107633 h 279082"/>
                <a:gd name="connsiteX1" fmla="*/ 164799 w 225758"/>
                <a:gd name="connsiteY1" fmla="*/ 113347 h 279082"/>
                <a:gd name="connsiteX2" fmla="*/ 164799 w 225758"/>
                <a:gd name="connsiteY2" fmla="*/ 103822 h 279082"/>
                <a:gd name="connsiteX3" fmla="*/ 105744 w 225758"/>
                <a:gd name="connsiteY3" fmla="*/ 52388 h 279082"/>
                <a:gd name="connsiteX4" fmla="*/ 38116 w 225758"/>
                <a:gd name="connsiteY4" fmla="*/ 67627 h 279082"/>
                <a:gd name="connsiteX5" fmla="*/ 24781 w 225758"/>
                <a:gd name="connsiteY5" fmla="*/ 15240 h 279082"/>
                <a:gd name="connsiteX6" fmla="*/ 112411 w 225758"/>
                <a:gd name="connsiteY6" fmla="*/ 0 h 279082"/>
                <a:gd name="connsiteX7" fmla="*/ 225759 w 225758"/>
                <a:gd name="connsiteY7" fmla="*/ 102870 h 279082"/>
                <a:gd name="connsiteX8" fmla="*/ 225759 w 225758"/>
                <a:gd name="connsiteY8" fmla="*/ 273367 h 279082"/>
                <a:gd name="connsiteX9" fmla="*/ 166704 w 225758"/>
                <a:gd name="connsiteY9" fmla="*/ 273367 h 279082"/>
                <a:gd name="connsiteX10" fmla="*/ 166704 w 225758"/>
                <a:gd name="connsiteY10" fmla="*/ 244792 h 279082"/>
                <a:gd name="connsiteX11" fmla="*/ 165751 w 225758"/>
                <a:gd name="connsiteY11" fmla="*/ 244792 h 279082"/>
                <a:gd name="connsiteX12" fmla="*/ 87646 w 225758"/>
                <a:gd name="connsiteY12" fmla="*/ 279083 h 279082"/>
                <a:gd name="connsiteX13" fmla="*/ 16 w 225758"/>
                <a:gd name="connsiteY13" fmla="*/ 194310 h 279082"/>
                <a:gd name="connsiteX14" fmla="*/ 114316 w 225758"/>
                <a:gd name="connsiteY14" fmla="*/ 107633 h 279082"/>
                <a:gd name="connsiteX15" fmla="*/ 103839 w 225758"/>
                <a:gd name="connsiteY15" fmla="*/ 232410 h 279082"/>
                <a:gd name="connsiteX16" fmla="*/ 164799 w 225758"/>
                <a:gd name="connsiteY16" fmla="*/ 200025 h 279082"/>
                <a:gd name="connsiteX17" fmla="*/ 164799 w 225758"/>
                <a:gd name="connsiteY17" fmla="*/ 153352 h 279082"/>
                <a:gd name="connsiteX18" fmla="*/ 120984 w 225758"/>
                <a:gd name="connsiteY18" fmla="*/ 148590 h 279082"/>
                <a:gd name="connsiteX19" fmla="*/ 59071 w 225758"/>
                <a:gd name="connsiteY19" fmla="*/ 192405 h 279082"/>
                <a:gd name="connsiteX20" fmla="*/ 103839 w 225758"/>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8" h="279082">
                  <a:moveTo>
                    <a:pt x="114316" y="107633"/>
                  </a:moveTo>
                  <a:cubicBezTo>
                    <a:pt x="131461" y="107633"/>
                    <a:pt x="147654" y="108585"/>
                    <a:pt x="164799" y="113347"/>
                  </a:cubicBezTo>
                  <a:lnTo>
                    <a:pt x="164799" y="103822"/>
                  </a:lnTo>
                  <a:cubicBezTo>
                    <a:pt x="164799" y="69532"/>
                    <a:pt x="144796" y="52388"/>
                    <a:pt x="105744" y="52388"/>
                  </a:cubicBezTo>
                  <a:cubicBezTo>
                    <a:pt x="83836" y="52388"/>
                    <a:pt x="60024" y="57150"/>
                    <a:pt x="38116" y="67627"/>
                  </a:cubicBezTo>
                  <a:lnTo>
                    <a:pt x="24781" y="15240"/>
                  </a:lnTo>
                  <a:cubicBezTo>
                    <a:pt x="49546" y="5715"/>
                    <a:pt x="81931" y="0"/>
                    <a:pt x="112411" y="0"/>
                  </a:cubicBezTo>
                  <a:cubicBezTo>
                    <a:pt x="187659" y="0"/>
                    <a:pt x="225759" y="35242"/>
                    <a:pt x="225759" y="102870"/>
                  </a:cubicBezTo>
                  <a:lnTo>
                    <a:pt x="225759" y="273367"/>
                  </a:lnTo>
                  <a:lnTo>
                    <a:pt x="166704" y="273367"/>
                  </a:lnTo>
                  <a:lnTo>
                    <a:pt x="166704" y="244792"/>
                  </a:lnTo>
                  <a:lnTo>
                    <a:pt x="165751" y="244792"/>
                  </a:lnTo>
                  <a:cubicBezTo>
                    <a:pt x="142891" y="268605"/>
                    <a:pt x="119079" y="279083"/>
                    <a:pt x="87646" y="279083"/>
                  </a:cubicBezTo>
                  <a:cubicBezTo>
                    <a:pt x="34306" y="279083"/>
                    <a:pt x="16" y="245745"/>
                    <a:pt x="16" y="194310"/>
                  </a:cubicBezTo>
                  <a:cubicBezTo>
                    <a:pt x="-936" y="138113"/>
                    <a:pt x="40021" y="107633"/>
                    <a:pt x="114316" y="107633"/>
                  </a:cubicBezTo>
                  <a:close/>
                  <a:moveTo>
                    <a:pt x="103839" y="232410"/>
                  </a:moveTo>
                  <a:cubicBezTo>
                    <a:pt x="126699" y="232410"/>
                    <a:pt x="147654" y="220980"/>
                    <a:pt x="164799" y="200025"/>
                  </a:cubicBezTo>
                  <a:lnTo>
                    <a:pt x="164799" y="153352"/>
                  </a:lnTo>
                  <a:cubicBezTo>
                    <a:pt x="150511" y="149542"/>
                    <a:pt x="135271" y="148590"/>
                    <a:pt x="120984" y="148590"/>
                  </a:cubicBezTo>
                  <a:cubicBezTo>
                    <a:pt x="81931" y="148590"/>
                    <a:pt x="59071" y="163830"/>
                    <a:pt x="59071" y="192405"/>
                  </a:cubicBezTo>
                  <a:cubicBezTo>
                    <a:pt x="59071" y="217170"/>
                    <a:pt x="76216" y="232410"/>
                    <a:pt x="103839" y="232410"/>
                  </a:cubicBezTo>
                  <a:close/>
                </a:path>
              </a:pathLst>
            </a:custGeom>
            <a:grpFill/>
            <a:ln w="9525" cap="flat">
              <a:noFill/>
              <a:prstDash val="solid"/>
              <a:miter/>
            </a:ln>
          </p:spPr>
          <p:txBody>
            <a:bodyPr rtlCol="0" anchor="ctr"/>
            <a:lstStyle/>
            <a:p>
              <a:endParaRPr lang="de-DE"/>
            </a:p>
          </p:txBody>
        </p:sp>
        <p:sp>
          <p:nvSpPr>
            <p:cNvPr id="181" name="Freihandform: Form 234"/>
            <p:cNvSpPr/>
            <p:nvPr/>
          </p:nvSpPr>
          <p:spPr>
            <a:xfrm>
              <a:off x="2625089" y="3216591"/>
              <a:ext cx="224789" cy="280035"/>
            </a:xfrm>
            <a:custGeom>
              <a:avLst/>
              <a:gdLst>
                <a:gd name="connsiteX0" fmla="*/ 222885 w 224789"/>
                <a:gd name="connsiteY0" fmla="*/ 237173 h 280035"/>
                <a:gd name="connsiteX1" fmla="*/ 127635 w 224789"/>
                <a:gd name="connsiteY1" fmla="*/ 280035 h 280035"/>
                <a:gd name="connsiteX2" fmla="*/ 0 w 224789"/>
                <a:gd name="connsiteY2" fmla="*/ 140970 h 280035"/>
                <a:gd name="connsiteX3" fmla="*/ 128588 w 224789"/>
                <a:gd name="connsiteY3" fmla="*/ 0 h 280035"/>
                <a:gd name="connsiteX4" fmla="*/ 224790 w 224789"/>
                <a:gd name="connsiteY4" fmla="*/ 45720 h 280035"/>
                <a:gd name="connsiteX5" fmla="*/ 181927 w 224789"/>
                <a:gd name="connsiteY5" fmla="*/ 86678 h 280035"/>
                <a:gd name="connsiteX6" fmla="*/ 128588 w 224789"/>
                <a:gd name="connsiteY6" fmla="*/ 57150 h 280035"/>
                <a:gd name="connsiteX7" fmla="*/ 62865 w 224789"/>
                <a:gd name="connsiteY7" fmla="*/ 140017 h 280035"/>
                <a:gd name="connsiteX8" fmla="*/ 128588 w 224789"/>
                <a:gd name="connsiteY8" fmla="*/ 222885 h 280035"/>
                <a:gd name="connsiteX9" fmla="*/ 183833 w 224789"/>
                <a:gd name="connsiteY9" fmla="*/ 193358 h 280035"/>
                <a:gd name="connsiteX10" fmla="*/ 222885 w 224789"/>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7" y="15240"/>
                    <a:pt x="224790" y="45720"/>
                  </a:cubicBezTo>
                  <a:lnTo>
                    <a:pt x="181927"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grpFill/>
            <a:ln w="9525" cap="flat">
              <a:noFill/>
              <a:prstDash val="solid"/>
              <a:miter/>
            </a:ln>
          </p:spPr>
          <p:txBody>
            <a:bodyPr rtlCol="0" anchor="ctr"/>
            <a:lstStyle/>
            <a:p>
              <a:endParaRPr lang="de-DE"/>
            </a:p>
          </p:txBody>
        </p:sp>
        <p:sp>
          <p:nvSpPr>
            <p:cNvPr id="182" name="Freihandform: Form 235"/>
            <p:cNvSpPr/>
            <p:nvPr/>
          </p:nvSpPr>
          <p:spPr>
            <a:xfrm>
              <a:off x="2904172" y="3100387"/>
              <a:ext cx="228599" cy="390525"/>
            </a:xfrm>
            <a:custGeom>
              <a:avLst/>
              <a:gdLst>
                <a:gd name="connsiteX0" fmla="*/ 228600 w 228599"/>
                <a:gd name="connsiteY0" fmla="*/ 390525 h 390525"/>
                <a:gd name="connsiteX1" fmla="*/ 166687 w 228599"/>
                <a:gd name="connsiteY1" fmla="*/ 390525 h 390525"/>
                <a:gd name="connsiteX2" fmla="*/ 166687 w 228599"/>
                <a:gd name="connsiteY2" fmla="*/ 238125 h 390525"/>
                <a:gd name="connsiteX3" fmla="*/ 117157 w 228599"/>
                <a:gd name="connsiteY3" fmla="*/ 173355 h 390525"/>
                <a:gd name="connsiteX4" fmla="*/ 61913 w 228599"/>
                <a:gd name="connsiteY4" fmla="*/ 238125 h 390525"/>
                <a:gd name="connsiteX5" fmla="*/ 61913 w 228599"/>
                <a:gd name="connsiteY5" fmla="*/ 390525 h 390525"/>
                <a:gd name="connsiteX6" fmla="*/ 0 w 228599"/>
                <a:gd name="connsiteY6" fmla="*/ 390525 h 390525"/>
                <a:gd name="connsiteX7" fmla="*/ 0 w 228599"/>
                <a:gd name="connsiteY7" fmla="*/ 16192 h 390525"/>
                <a:gd name="connsiteX8" fmla="*/ 61913 w 228599"/>
                <a:gd name="connsiteY8" fmla="*/ 0 h 390525"/>
                <a:gd name="connsiteX9" fmla="*/ 61913 w 228599"/>
                <a:gd name="connsiteY9" fmla="*/ 155258 h 390525"/>
                <a:gd name="connsiteX10" fmla="*/ 62865 w 228599"/>
                <a:gd name="connsiteY10" fmla="*/ 155258 h 390525"/>
                <a:gd name="connsiteX11" fmla="*/ 140970 w 228599"/>
                <a:gd name="connsiteY11" fmla="*/ 116205 h 390525"/>
                <a:gd name="connsiteX12" fmla="*/ 228600 w 228599"/>
                <a:gd name="connsiteY12" fmla="*/ 223838 h 390525"/>
                <a:gd name="connsiteX13" fmla="*/ 228600 w 228599"/>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599" h="390525">
                  <a:moveTo>
                    <a:pt x="228600" y="390525"/>
                  </a:moveTo>
                  <a:lnTo>
                    <a:pt x="166687" y="390525"/>
                  </a:lnTo>
                  <a:lnTo>
                    <a:pt x="166687" y="238125"/>
                  </a:lnTo>
                  <a:cubicBezTo>
                    <a:pt x="166687" y="199073"/>
                    <a:pt x="154305" y="173355"/>
                    <a:pt x="117157"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183" name="Freihandform: Form 236"/>
            <p:cNvSpPr/>
            <p:nvPr/>
          </p:nvSpPr>
          <p:spPr>
            <a:xfrm>
              <a:off x="3211829" y="3099434"/>
              <a:ext cx="249554" cy="397192"/>
            </a:xfrm>
            <a:custGeom>
              <a:avLst/>
              <a:gdLst>
                <a:gd name="connsiteX0" fmla="*/ 249555 w 249554"/>
                <a:gd name="connsiteY0" fmla="*/ 256223 h 397192"/>
                <a:gd name="connsiteX1" fmla="*/ 140970 w 249554"/>
                <a:gd name="connsiteY1" fmla="*/ 397193 h 397192"/>
                <a:gd name="connsiteX2" fmla="*/ 61913 w 249554"/>
                <a:gd name="connsiteY2" fmla="*/ 360045 h 397192"/>
                <a:gd name="connsiteX3" fmla="*/ 60008 w 249554"/>
                <a:gd name="connsiteY3" fmla="*/ 360045 h 397192"/>
                <a:gd name="connsiteX4" fmla="*/ 60008 w 249554"/>
                <a:gd name="connsiteY4" fmla="*/ 390525 h 397192"/>
                <a:gd name="connsiteX5" fmla="*/ 0 w 249554"/>
                <a:gd name="connsiteY5" fmla="*/ 390525 h 397192"/>
                <a:gd name="connsiteX6" fmla="*/ 0 w 249554"/>
                <a:gd name="connsiteY6" fmla="*/ 16192 h 397192"/>
                <a:gd name="connsiteX7" fmla="*/ 61913 w 249554"/>
                <a:gd name="connsiteY7" fmla="*/ 0 h 397192"/>
                <a:gd name="connsiteX8" fmla="*/ 61913 w 249554"/>
                <a:gd name="connsiteY8" fmla="*/ 154305 h 397192"/>
                <a:gd name="connsiteX9" fmla="*/ 62865 w 249554"/>
                <a:gd name="connsiteY9" fmla="*/ 154305 h 397192"/>
                <a:gd name="connsiteX10" fmla="*/ 140970 w 249554"/>
                <a:gd name="connsiteY10" fmla="*/ 116205 h 397192"/>
                <a:gd name="connsiteX11" fmla="*/ 249555 w 249554"/>
                <a:gd name="connsiteY11" fmla="*/ 256223 h 397192"/>
                <a:gd name="connsiteX12" fmla="*/ 187642 w 249554"/>
                <a:gd name="connsiteY12" fmla="*/ 257175 h 397192"/>
                <a:gd name="connsiteX13" fmla="*/ 125730 w 249554"/>
                <a:gd name="connsiteY13" fmla="*/ 173355 h 397192"/>
                <a:gd name="connsiteX14" fmla="*/ 62865 w 249554"/>
                <a:gd name="connsiteY14" fmla="*/ 207645 h 397192"/>
                <a:gd name="connsiteX15" fmla="*/ 62865 w 249554"/>
                <a:gd name="connsiteY15" fmla="*/ 305753 h 397192"/>
                <a:gd name="connsiteX16" fmla="*/ 126683 w 249554"/>
                <a:gd name="connsiteY16" fmla="*/ 341948 h 397192"/>
                <a:gd name="connsiteX17" fmla="*/ 187642 w 249554"/>
                <a:gd name="connsiteY17" fmla="*/ 257175 h 39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9554" h="397192">
                  <a:moveTo>
                    <a:pt x="249555" y="256223"/>
                  </a:moveTo>
                  <a:cubicBezTo>
                    <a:pt x="249555" y="341948"/>
                    <a:pt x="205740" y="397193"/>
                    <a:pt x="140970" y="397193"/>
                  </a:cubicBezTo>
                  <a:cubicBezTo>
                    <a:pt x="107633" y="397193"/>
                    <a:pt x="80010" y="382905"/>
                    <a:pt x="61913" y="360045"/>
                  </a:cubicBezTo>
                  <a:lnTo>
                    <a:pt x="60008" y="360045"/>
                  </a:lnTo>
                  <a:lnTo>
                    <a:pt x="60008" y="390525"/>
                  </a:lnTo>
                  <a:lnTo>
                    <a:pt x="0" y="390525"/>
                  </a:lnTo>
                  <a:lnTo>
                    <a:pt x="0" y="16192"/>
                  </a:lnTo>
                  <a:lnTo>
                    <a:pt x="61913" y="0"/>
                  </a:lnTo>
                  <a:lnTo>
                    <a:pt x="61913" y="154305"/>
                  </a:lnTo>
                  <a:lnTo>
                    <a:pt x="62865" y="154305"/>
                  </a:lnTo>
                  <a:cubicBezTo>
                    <a:pt x="80963" y="130492"/>
                    <a:pt x="107633" y="116205"/>
                    <a:pt x="140970" y="116205"/>
                  </a:cubicBezTo>
                  <a:cubicBezTo>
                    <a:pt x="205740" y="117157"/>
                    <a:pt x="249555" y="169545"/>
                    <a:pt x="249555" y="256223"/>
                  </a:cubicBezTo>
                  <a:close/>
                  <a:moveTo>
                    <a:pt x="187642" y="257175"/>
                  </a:moveTo>
                  <a:cubicBezTo>
                    <a:pt x="187642" y="201930"/>
                    <a:pt x="164783" y="173355"/>
                    <a:pt x="125730" y="173355"/>
                  </a:cubicBezTo>
                  <a:cubicBezTo>
                    <a:pt x="101917" y="173355"/>
                    <a:pt x="81915" y="183832"/>
                    <a:pt x="62865" y="207645"/>
                  </a:cubicBezTo>
                  <a:lnTo>
                    <a:pt x="62865" y="305753"/>
                  </a:lnTo>
                  <a:cubicBezTo>
                    <a:pt x="80963" y="329565"/>
                    <a:pt x="100965" y="341948"/>
                    <a:pt x="126683" y="341948"/>
                  </a:cubicBezTo>
                  <a:cubicBezTo>
                    <a:pt x="166688" y="341948"/>
                    <a:pt x="187642" y="310515"/>
                    <a:pt x="187642" y="257175"/>
                  </a:cubicBezTo>
                  <a:close/>
                </a:path>
              </a:pathLst>
            </a:custGeom>
            <a:grpFill/>
            <a:ln w="9525" cap="flat">
              <a:noFill/>
              <a:prstDash val="solid"/>
              <a:miter/>
            </a:ln>
          </p:spPr>
          <p:txBody>
            <a:bodyPr rtlCol="0" anchor="ctr"/>
            <a:lstStyle/>
            <a:p>
              <a:endParaRPr lang="de-DE"/>
            </a:p>
          </p:txBody>
        </p:sp>
        <p:sp>
          <p:nvSpPr>
            <p:cNvPr id="184" name="Freihandform: Form 237"/>
            <p:cNvSpPr/>
            <p:nvPr/>
          </p:nvSpPr>
          <p:spPr>
            <a:xfrm>
              <a:off x="3515677"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185" name="Freihandform: Form 238"/>
            <p:cNvSpPr/>
            <p:nvPr/>
          </p:nvSpPr>
          <p:spPr>
            <a:xfrm>
              <a:off x="3829049" y="3217301"/>
              <a:ext cx="160020" cy="273610"/>
            </a:xfrm>
            <a:custGeom>
              <a:avLst/>
              <a:gdLst>
                <a:gd name="connsiteX0" fmla="*/ 160020 w 160020"/>
                <a:gd name="connsiteY0" fmla="*/ 5005 h 273610"/>
                <a:gd name="connsiteX1" fmla="*/ 150495 w 160020"/>
                <a:gd name="connsiteY1" fmla="*/ 68823 h 273610"/>
                <a:gd name="connsiteX2" fmla="*/ 116205 w 160020"/>
                <a:gd name="connsiteY2" fmla="*/ 60250 h 273610"/>
                <a:gd name="connsiteX3" fmla="*/ 61913 w 160020"/>
                <a:gd name="connsiteY3" fmla="*/ 135498 h 273610"/>
                <a:gd name="connsiteX4" fmla="*/ 61913 w 160020"/>
                <a:gd name="connsiteY4" fmla="*/ 273610 h 273610"/>
                <a:gd name="connsiteX5" fmla="*/ 0 w 160020"/>
                <a:gd name="connsiteY5" fmla="*/ 273610 h 273610"/>
                <a:gd name="connsiteX6" fmla="*/ 0 w 160020"/>
                <a:gd name="connsiteY6" fmla="*/ 6910 h 273610"/>
                <a:gd name="connsiteX7" fmla="*/ 60960 w 160020"/>
                <a:gd name="connsiteY7" fmla="*/ 6910 h 273610"/>
                <a:gd name="connsiteX8" fmla="*/ 60960 w 160020"/>
                <a:gd name="connsiteY8" fmla="*/ 40248 h 273610"/>
                <a:gd name="connsiteX9" fmla="*/ 61913 w 160020"/>
                <a:gd name="connsiteY9" fmla="*/ 40248 h 273610"/>
                <a:gd name="connsiteX10" fmla="*/ 131445 w 160020"/>
                <a:gd name="connsiteY10" fmla="*/ 243 h 273610"/>
                <a:gd name="connsiteX11" fmla="*/ 160020 w 160020"/>
                <a:gd name="connsiteY11" fmla="*/ 5005 h 273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3610">
                  <a:moveTo>
                    <a:pt x="160020" y="5005"/>
                  </a:moveTo>
                  <a:lnTo>
                    <a:pt x="150495" y="68823"/>
                  </a:lnTo>
                  <a:cubicBezTo>
                    <a:pt x="140970" y="64060"/>
                    <a:pt x="129540" y="60250"/>
                    <a:pt x="116205" y="60250"/>
                  </a:cubicBezTo>
                  <a:cubicBezTo>
                    <a:pt x="73342" y="60250"/>
                    <a:pt x="61913" y="94540"/>
                    <a:pt x="61913" y="135498"/>
                  </a:cubicBezTo>
                  <a:lnTo>
                    <a:pt x="61913" y="273610"/>
                  </a:lnTo>
                  <a:lnTo>
                    <a:pt x="0" y="273610"/>
                  </a:lnTo>
                  <a:lnTo>
                    <a:pt x="0" y="6910"/>
                  </a:lnTo>
                  <a:lnTo>
                    <a:pt x="60960" y="6910"/>
                  </a:lnTo>
                  <a:lnTo>
                    <a:pt x="60960" y="40248"/>
                  </a:lnTo>
                  <a:lnTo>
                    <a:pt x="61913" y="40248"/>
                  </a:lnTo>
                  <a:cubicBezTo>
                    <a:pt x="76200" y="15483"/>
                    <a:pt x="100965" y="243"/>
                    <a:pt x="131445" y="243"/>
                  </a:cubicBezTo>
                  <a:cubicBezTo>
                    <a:pt x="139065" y="-710"/>
                    <a:pt x="150495" y="1195"/>
                    <a:pt x="160020" y="5005"/>
                  </a:cubicBezTo>
                  <a:close/>
                </a:path>
              </a:pathLst>
            </a:custGeom>
            <a:grpFill/>
            <a:ln w="9525" cap="flat">
              <a:noFill/>
              <a:prstDash val="solid"/>
              <a:miter/>
            </a:ln>
          </p:spPr>
          <p:txBody>
            <a:bodyPr rtlCol="0" anchor="ctr"/>
            <a:lstStyle/>
            <a:p>
              <a:endParaRPr lang="de-DE"/>
            </a:p>
          </p:txBody>
        </p:sp>
        <p:sp>
          <p:nvSpPr>
            <p:cNvPr id="186" name="Freihandform: Form 239"/>
            <p:cNvSpPr/>
            <p:nvPr/>
          </p:nvSpPr>
          <p:spPr>
            <a:xfrm>
              <a:off x="4022407"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7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3 w 242887"/>
                <a:gd name="connsiteY8" fmla="*/ 235267 h 279082"/>
                <a:gd name="connsiteX9" fmla="*/ 132397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3" y="0"/>
                    <a:pt x="124777" y="0"/>
                  </a:cubicBezTo>
                  <a:cubicBezTo>
                    <a:pt x="196215" y="0"/>
                    <a:pt x="242887" y="53340"/>
                    <a:pt x="242887" y="135255"/>
                  </a:cubicBezTo>
                  <a:cubicBezTo>
                    <a:pt x="242887" y="143827"/>
                    <a:pt x="241935" y="153352"/>
                    <a:pt x="241935" y="160972"/>
                  </a:cubicBezTo>
                  <a:lnTo>
                    <a:pt x="62865" y="160972"/>
                  </a:lnTo>
                  <a:cubicBezTo>
                    <a:pt x="69533" y="201930"/>
                    <a:pt x="94297" y="225742"/>
                    <a:pt x="132397" y="225742"/>
                  </a:cubicBezTo>
                  <a:cubicBezTo>
                    <a:pt x="157163" y="225742"/>
                    <a:pt x="177165" y="216217"/>
                    <a:pt x="198120" y="194310"/>
                  </a:cubicBezTo>
                  <a:lnTo>
                    <a:pt x="237173" y="235267"/>
                  </a:lnTo>
                  <a:cubicBezTo>
                    <a:pt x="207645" y="264795"/>
                    <a:pt x="173355" y="279083"/>
                    <a:pt x="132397" y="279083"/>
                  </a:cubicBezTo>
                  <a:close/>
                  <a:moveTo>
                    <a:pt x="62865" y="115252"/>
                  </a:moveTo>
                  <a:lnTo>
                    <a:pt x="183833" y="115252"/>
                  </a:lnTo>
                  <a:cubicBezTo>
                    <a:pt x="180975" y="74295"/>
                    <a:pt x="160020" y="50482"/>
                    <a:pt x="124777" y="50482"/>
                  </a:cubicBezTo>
                  <a:cubicBezTo>
                    <a:pt x="90488" y="50482"/>
                    <a:pt x="68580" y="74295"/>
                    <a:pt x="62865" y="115252"/>
                  </a:cubicBezTo>
                  <a:close/>
                </a:path>
              </a:pathLst>
            </a:custGeom>
            <a:grpFill/>
            <a:ln w="9525" cap="flat">
              <a:noFill/>
              <a:prstDash val="solid"/>
              <a:miter/>
            </a:ln>
          </p:spPr>
          <p:txBody>
            <a:bodyPr rtlCol="0" anchor="ctr"/>
            <a:lstStyle/>
            <a:p>
              <a:endParaRPr lang="de-DE"/>
            </a:p>
          </p:txBody>
        </p:sp>
        <p:sp>
          <p:nvSpPr>
            <p:cNvPr id="187" name="Freihandform: Form 240"/>
            <p:cNvSpPr/>
            <p:nvPr/>
          </p:nvSpPr>
          <p:spPr>
            <a:xfrm>
              <a:off x="4325302" y="3105149"/>
              <a:ext cx="79057" cy="385762"/>
            </a:xfrm>
            <a:custGeom>
              <a:avLst/>
              <a:gdLst>
                <a:gd name="connsiteX0" fmla="*/ 79057 w 79057"/>
                <a:gd name="connsiteY0" fmla="*/ 38100 h 385762"/>
                <a:gd name="connsiteX1" fmla="*/ 39053 w 79057"/>
                <a:gd name="connsiteY1" fmla="*/ 76200 h 385762"/>
                <a:gd name="connsiteX2" fmla="*/ 0 w 79057"/>
                <a:gd name="connsiteY2" fmla="*/ 38100 h 385762"/>
                <a:gd name="connsiteX3" fmla="*/ 39053 w 79057"/>
                <a:gd name="connsiteY3" fmla="*/ 0 h 385762"/>
                <a:gd name="connsiteX4" fmla="*/ 79057 w 79057"/>
                <a:gd name="connsiteY4" fmla="*/ 38100 h 385762"/>
                <a:gd name="connsiteX5" fmla="*/ 71438 w 79057"/>
                <a:gd name="connsiteY5" fmla="*/ 385763 h 385762"/>
                <a:gd name="connsiteX6" fmla="*/ 9525 w 79057"/>
                <a:gd name="connsiteY6" fmla="*/ 385763 h 385762"/>
                <a:gd name="connsiteX7" fmla="*/ 9525 w 79057"/>
                <a:gd name="connsiteY7" fmla="*/ 119063 h 385762"/>
                <a:gd name="connsiteX8" fmla="*/ 71438 w 79057"/>
                <a:gd name="connsiteY8" fmla="*/ 119063 h 385762"/>
                <a:gd name="connsiteX9" fmla="*/ 71438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7" y="38100"/>
                  </a:moveTo>
                  <a:cubicBezTo>
                    <a:pt x="79057" y="60008"/>
                    <a:pt x="60960" y="76200"/>
                    <a:pt x="39053" y="76200"/>
                  </a:cubicBezTo>
                  <a:cubicBezTo>
                    <a:pt x="17145" y="76200"/>
                    <a:pt x="0" y="60960"/>
                    <a:pt x="0" y="38100"/>
                  </a:cubicBezTo>
                  <a:cubicBezTo>
                    <a:pt x="0" y="16192"/>
                    <a:pt x="18097" y="0"/>
                    <a:pt x="39053" y="0"/>
                  </a:cubicBezTo>
                  <a:cubicBezTo>
                    <a:pt x="61913" y="0"/>
                    <a:pt x="79057" y="16192"/>
                    <a:pt x="79057" y="38100"/>
                  </a:cubicBezTo>
                  <a:close/>
                  <a:moveTo>
                    <a:pt x="71438" y="385763"/>
                  </a:moveTo>
                  <a:lnTo>
                    <a:pt x="9525" y="385763"/>
                  </a:lnTo>
                  <a:lnTo>
                    <a:pt x="9525" y="119063"/>
                  </a:lnTo>
                  <a:lnTo>
                    <a:pt x="71438" y="119063"/>
                  </a:lnTo>
                  <a:lnTo>
                    <a:pt x="71438" y="385763"/>
                  </a:lnTo>
                  <a:close/>
                </a:path>
              </a:pathLst>
            </a:custGeom>
            <a:grpFill/>
            <a:ln w="9525" cap="flat">
              <a:noFill/>
              <a:prstDash val="solid"/>
              <a:miter/>
            </a:ln>
          </p:spPr>
          <p:txBody>
            <a:bodyPr rtlCol="0" anchor="ctr"/>
            <a:lstStyle/>
            <a:p>
              <a:endParaRPr lang="de-DE"/>
            </a:p>
          </p:txBody>
        </p:sp>
        <p:sp>
          <p:nvSpPr>
            <p:cNvPr id="188" name="Freihandform: Form 241"/>
            <p:cNvSpPr/>
            <p:nvPr/>
          </p:nvSpPr>
          <p:spPr>
            <a:xfrm>
              <a:off x="4463414" y="3216591"/>
              <a:ext cx="224790" cy="280035"/>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189" name="Freihandform: Form 242"/>
            <p:cNvSpPr/>
            <p:nvPr/>
          </p:nvSpPr>
          <p:spPr>
            <a:xfrm>
              <a:off x="4742496" y="3100387"/>
              <a:ext cx="228600" cy="390525"/>
            </a:xfrm>
            <a:custGeom>
              <a:avLst/>
              <a:gdLst>
                <a:gd name="connsiteX0" fmla="*/ 228600 w 228600"/>
                <a:gd name="connsiteY0" fmla="*/ 390525 h 390525"/>
                <a:gd name="connsiteX1" fmla="*/ 166688 w 228600"/>
                <a:gd name="connsiteY1" fmla="*/ 390525 h 390525"/>
                <a:gd name="connsiteX2" fmla="*/ 166688 w 228600"/>
                <a:gd name="connsiteY2" fmla="*/ 238125 h 390525"/>
                <a:gd name="connsiteX3" fmla="*/ 117158 w 228600"/>
                <a:gd name="connsiteY3" fmla="*/ 173355 h 390525"/>
                <a:gd name="connsiteX4" fmla="*/ 61913 w 228600"/>
                <a:gd name="connsiteY4" fmla="*/ 238125 h 390525"/>
                <a:gd name="connsiteX5" fmla="*/ 61913 w 228600"/>
                <a:gd name="connsiteY5" fmla="*/ 390525 h 390525"/>
                <a:gd name="connsiteX6" fmla="*/ 0 w 228600"/>
                <a:gd name="connsiteY6" fmla="*/ 390525 h 390525"/>
                <a:gd name="connsiteX7" fmla="*/ 0 w 228600"/>
                <a:gd name="connsiteY7" fmla="*/ 16192 h 390525"/>
                <a:gd name="connsiteX8" fmla="*/ 61913 w 228600"/>
                <a:gd name="connsiteY8" fmla="*/ 0 h 390525"/>
                <a:gd name="connsiteX9" fmla="*/ 61913 w 228600"/>
                <a:gd name="connsiteY9" fmla="*/ 155258 h 390525"/>
                <a:gd name="connsiteX10" fmla="*/ 62865 w 228600"/>
                <a:gd name="connsiteY10" fmla="*/ 155258 h 390525"/>
                <a:gd name="connsiteX11" fmla="*/ 140970 w 228600"/>
                <a:gd name="connsiteY11" fmla="*/ 116205 h 390525"/>
                <a:gd name="connsiteX12" fmla="*/ 228600 w 228600"/>
                <a:gd name="connsiteY12" fmla="*/ 223838 h 390525"/>
                <a:gd name="connsiteX13" fmla="*/ 228600 w 228600"/>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0525">
                  <a:moveTo>
                    <a:pt x="228600" y="390525"/>
                  </a:moveTo>
                  <a:lnTo>
                    <a:pt x="166688" y="390525"/>
                  </a:lnTo>
                  <a:lnTo>
                    <a:pt x="166688" y="238125"/>
                  </a:lnTo>
                  <a:cubicBezTo>
                    <a:pt x="166688" y="199073"/>
                    <a:pt x="154305" y="173355"/>
                    <a:pt x="117158"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190" name="Freihandform: Form 243"/>
            <p:cNvSpPr/>
            <p:nvPr/>
          </p:nvSpPr>
          <p:spPr>
            <a:xfrm>
              <a:off x="5209221" y="3122294"/>
              <a:ext cx="273367" cy="368617"/>
            </a:xfrm>
            <a:custGeom>
              <a:avLst/>
              <a:gdLst>
                <a:gd name="connsiteX0" fmla="*/ 64770 w 273367"/>
                <a:gd name="connsiteY0" fmla="*/ 368617 h 368617"/>
                <a:gd name="connsiteX1" fmla="*/ 0 w 273367"/>
                <a:gd name="connsiteY1" fmla="*/ 368617 h 368617"/>
                <a:gd name="connsiteX2" fmla="*/ 0 w 273367"/>
                <a:gd name="connsiteY2" fmla="*/ 0 h 368617"/>
                <a:gd name="connsiteX3" fmla="*/ 137160 w 273367"/>
                <a:gd name="connsiteY3" fmla="*/ 0 h 368617"/>
                <a:gd name="connsiteX4" fmla="*/ 263843 w 273367"/>
                <a:gd name="connsiteY4" fmla="*/ 108585 h 368617"/>
                <a:gd name="connsiteX5" fmla="*/ 188595 w 273367"/>
                <a:gd name="connsiteY5" fmla="*/ 214313 h 368617"/>
                <a:gd name="connsiteX6" fmla="*/ 273368 w 273367"/>
                <a:gd name="connsiteY6" fmla="*/ 368617 h 368617"/>
                <a:gd name="connsiteX7" fmla="*/ 196215 w 273367"/>
                <a:gd name="connsiteY7" fmla="*/ 368617 h 368617"/>
                <a:gd name="connsiteX8" fmla="*/ 120015 w 273367"/>
                <a:gd name="connsiteY8" fmla="*/ 220980 h 368617"/>
                <a:gd name="connsiteX9" fmla="*/ 63818 w 273367"/>
                <a:gd name="connsiteY9" fmla="*/ 220980 h 368617"/>
                <a:gd name="connsiteX10" fmla="*/ 63818 w 273367"/>
                <a:gd name="connsiteY10" fmla="*/ 368617 h 368617"/>
                <a:gd name="connsiteX11" fmla="*/ 197168 w 273367"/>
                <a:gd name="connsiteY11" fmla="*/ 110490 h 368617"/>
                <a:gd name="connsiteX12" fmla="*/ 131445 w 273367"/>
                <a:gd name="connsiteY12" fmla="*/ 57150 h 368617"/>
                <a:gd name="connsiteX13" fmla="*/ 64770 w 273367"/>
                <a:gd name="connsiteY13" fmla="*/ 57150 h 368617"/>
                <a:gd name="connsiteX14" fmla="*/ 64770 w 273367"/>
                <a:gd name="connsiteY14" fmla="*/ 164782 h 368617"/>
                <a:gd name="connsiteX15" fmla="*/ 128588 w 273367"/>
                <a:gd name="connsiteY15" fmla="*/ 164782 h 368617"/>
                <a:gd name="connsiteX16" fmla="*/ 197168 w 273367"/>
                <a:gd name="connsiteY16" fmla="*/ 11049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3367" h="368617">
                  <a:moveTo>
                    <a:pt x="64770" y="368617"/>
                  </a:moveTo>
                  <a:lnTo>
                    <a:pt x="0" y="368617"/>
                  </a:lnTo>
                  <a:lnTo>
                    <a:pt x="0" y="0"/>
                  </a:lnTo>
                  <a:lnTo>
                    <a:pt x="137160" y="0"/>
                  </a:lnTo>
                  <a:cubicBezTo>
                    <a:pt x="215265" y="0"/>
                    <a:pt x="263843" y="36195"/>
                    <a:pt x="263843" y="108585"/>
                  </a:cubicBezTo>
                  <a:cubicBezTo>
                    <a:pt x="263843" y="164782"/>
                    <a:pt x="235268" y="200025"/>
                    <a:pt x="188595" y="214313"/>
                  </a:cubicBezTo>
                  <a:lnTo>
                    <a:pt x="273368" y="368617"/>
                  </a:lnTo>
                  <a:lnTo>
                    <a:pt x="196215" y="368617"/>
                  </a:lnTo>
                  <a:lnTo>
                    <a:pt x="120015" y="220980"/>
                  </a:lnTo>
                  <a:lnTo>
                    <a:pt x="63818" y="220980"/>
                  </a:lnTo>
                  <a:lnTo>
                    <a:pt x="63818" y="368617"/>
                  </a:lnTo>
                  <a:close/>
                  <a:moveTo>
                    <a:pt x="197168" y="110490"/>
                  </a:moveTo>
                  <a:cubicBezTo>
                    <a:pt x="197168" y="74295"/>
                    <a:pt x="174308" y="57150"/>
                    <a:pt x="131445" y="57150"/>
                  </a:cubicBezTo>
                  <a:lnTo>
                    <a:pt x="64770" y="57150"/>
                  </a:lnTo>
                  <a:lnTo>
                    <a:pt x="64770" y="164782"/>
                  </a:lnTo>
                  <a:lnTo>
                    <a:pt x="128588" y="164782"/>
                  </a:lnTo>
                  <a:cubicBezTo>
                    <a:pt x="173355" y="164782"/>
                    <a:pt x="197168" y="146685"/>
                    <a:pt x="197168" y="110490"/>
                  </a:cubicBezTo>
                  <a:close/>
                </a:path>
              </a:pathLst>
            </a:custGeom>
            <a:grpFill/>
            <a:ln w="9525" cap="flat">
              <a:noFill/>
              <a:prstDash val="solid"/>
              <a:miter/>
            </a:ln>
          </p:spPr>
          <p:txBody>
            <a:bodyPr rtlCol="0" anchor="ctr"/>
            <a:lstStyle/>
            <a:p>
              <a:endParaRPr lang="de-DE"/>
            </a:p>
          </p:txBody>
        </p:sp>
        <p:sp>
          <p:nvSpPr>
            <p:cNvPr id="205" name="Freihandform: Form 244"/>
            <p:cNvSpPr/>
            <p:nvPr/>
          </p:nvSpPr>
          <p:spPr>
            <a:xfrm>
              <a:off x="5523546" y="3217544"/>
              <a:ext cx="242887" cy="279082"/>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3 w 242887"/>
                <a:gd name="connsiteY11" fmla="*/ 115252 h 279082"/>
                <a:gd name="connsiteX12" fmla="*/ 124778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3" y="0"/>
                    <a:pt x="124778" y="0"/>
                  </a:cubicBezTo>
                  <a:cubicBezTo>
                    <a:pt x="196215" y="0"/>
                    <a:pt x="242888" y="53340"/>
                    <a:pt x="242888" y="135255"/>
                  </a:cubicBezTo>
                  <a:cubicBezTo>
                    <a:pt x="242888" y="143827"/>
                    <a:pt x="241935" y="153352"/>
                    <a:pt x="241935" y="160972"/>
                  </a:cubicBezTo>
                  <a:lnTo>
                    <a:pt x="62865" y="160972"/>
                  </a:lnTo>
                  <a:cubicBezTo>
                    <a:pt x="69533" y="201930"/>
                    <a:pt x="94297" y="225742"/>
                    <a:pt x="132397" y="225742"/>
                  </a:cubicBezTo>
                  <a:cubicBezTo>
                    <a:pt x="157163" y="225742"/>
                    <a:pt x="177165" y="216217"/>
                    <a:pt x="198120" y="194310"/>
                  </a:cubicBezTo>
                  <a:lnTo>
                    <a:pt x="237172" y="235267"/>
                  </a:lnTo>
                  <a:cubicBezTo>
                    <a:pt x="206693" y="264795"/>
                    <a:pt x="173355" y="279083"/>
                    <a:pt x="132397" y="279083"/>
                  </a:cubicBezTo>
                  <a:close/>
                  <a:moveTo>
                    <a:pt x="62865" y="115252"/>
                  </a:moveTo>
                  <a:lnTo>
                    <a:pt x="183833" y="115252"/>
                  </a:lnTo>
                  <a:cubicBezTo>
                    <a:pt x="180975" y="74295"/>
                    <a:pt x="160020" y="50482"/>
                    <a:pt x="124778" y="50482"/>
                  </a:cubicBezTo>
                  <a:cubicBezTo>
                    <a:pt x="90488" y="50482"/>
                    <a:pt x="68580" y="74295"/>
                    <a:pt x="62865" y="115252"/>
                  </a:cubicBezTo>
                  <a:close/>
                </a:path>
              </a:pathLst>
            </a:custGeom>
            <a:grpFill/>
            <a:ln w="9525" cap="flat">
              <a:noFill/>
              <a:prstDash val="solid"/>
              <a:miter/>
            </a:ln>
          </p:spPr>
          <p:txBody>
            <a:bodyPr rtlCol="0" anchor="ctr"/>
            <a:lstStyle/>
            <a:p>
              <a:endParaRPr lang="de-DE"/>
            </a:p>
          </p:txBody>
        </p:sp>
        <p:sp>
          <p:nvSpPr>
            <p:cNvPr id="206" name="Freihandform: Form 245"/>
            <p:cNvSpPr/>
            <p:nvPr/>
          </p:nvSpPr>
          <p:spPr>
            <a:xfrm>
              <a:off x="5821679" y="3216591"/>
              <a:ext cx="224789" cy="280035"/>
            </a:xfrm>
            <a:custGeom>
              <a:avLst/>
              <a:gdLst>
                <a:gd name="connsiteX0" fmla="*/ 222885 w 224789"/>
                <a:gd name="connsiteY0" fmla="*/ 237173 h 280035"/>
                <a:gd name="connsiteX1" fmla="*/ 127635 w 224789"/>
                <a:gd name="connsiteY1" fmla="*/ 280035 h 280035"/>
                <a:gd name="connsiteX2" fmla="*/ 0 w 224789"/>
                <a:gd name="connsiteY2" fmla="*/ 140970 h 280035"/>
                <a:gd name="connsiteX3" fmla="*/ 128588 w 224789"/>
                <a:gd name="connsiteY3" fmla="*/ 0 h 280035"/>
                <a:gd name="connsiteX4" fmla="*/ 224790 w 224789"/>
                <a:gd name="connsiteY4" fmla="*/ 45720 h 280035"/>
                <a:gd name="connsiteX5" fmla="*/ 181927 w 224789"/>
                <a:gd name="connsiteY5" fmla="*/ 86678 h 280035"/>
                <a:gd name="connsiteX6" fmla="*/ 128588 w 224789"/>
                <a:gd name="connsiteY6" fmla="*/ 57150 h 280035"/>
                <a:gd name="connsiteX7" fmla="*/ 62865 w 224789"/>
                <a:gd name="connsiteY7" fmla="*/ 140017 h 280035"/>
                <a:gd name="connsiteX8" fmla="*/ 128588 w 224789"/>
                <a:gd name="connsiteY8" fmla="*/ 222885 h 280035"/>
                <a:gd name="connsiteX9" fmla="*/ 183832 w 224789"/>
                <a:gd name="connsiteY9" fmla="*/ 193358 h 280035"/>
                <a:gd name="connsiteX10" fmla="*/ 222885 w 224789"/>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207" name="Freihandform: Form 246"/>
            <p:cNvSpPr/>
            <p:nvPr/>
          </p:nvSpPr>
          <p:spPr>
            <a:xfrm>
              <a:off x="6099809" y="3100387"/>
              <a:ext cx="228600" cy="390525"/>
            </a:xfrm>
            <a:custGeom>
              <a:avLst/>
              <a:gdLst>
                <a:gd name="connsiteX0" fmla="*/ 228600 w 228600"/>
                <a:gd name="connsiteY0" fmla="*/ 390525 h 390525"/>
                <a:gd name="connsiteX1" fmla="*/ 166688 w 228600"/>
                <a:gd name="connsiteY1" fmla="*/ 390525 h 390525"/>
                <a:gd name="connsiteX2" fmla="*/ 166688 w 228600"/>
                <a:gd name="connsiteY2" fmla="*/ 238125 h 390525"/>
                <a:gd name="connsiteX3" fmla="*/ 117158 w 228600"/>
                <a:gd name="connsiteY3" fmla="*/ 173355 h 390525"/>
                <a:gd name="connsiteX4" fmla="*/ 61913 w 228600"/>
                <a:gd name="connsiteY4" fmla="*/ 238125 h 390525"/>
                <a:gd name="connsiteX5" fmla="*/ 61913 w 228600"/>
                <a:gd name="connsiteY5" fmla="*/ 390525 h 390525"/>
                <a:gd name="connsiteX6" fmla="*/ 0 w 228600"/>
                <a:gd name="connsiteY6" fmla="*/ 390525 h 390525"/>
                <a:gd name="connsiteX7" fmla="*/ 0 w 228600"/>
                <a:gd name="connsiteY7" fmla="*/ 16192 h 390525"/>
                <a:gd name="connsiteX8" fmla="*/ 61913 w 228600"/>
                <a:gd name="connsiteY8" fmla="*/ 0 h 390525"/>
                <a:gd name="connsiteX9" fmla="*/ 61913 w 228600"/>
                <a:gd name="connsiteY9" fmla="*/ 155258 h 390525"/>
                <a:gd name="connsiteX10" fmla="*/ 62865 w 228600"/>
                <a:gd name="connsiteY10" fmla="*/ 155258 h 390525"/>
                <a:gd name="connsiteX11" fmla="*/ 140970 w 228600"/>
                <a:gd name="connsiteY11" fmla="*/ 116205 h 390525"/>
                <a:gd name="connsiteX12" fmla="*/ 228600 w 228600"/>
                <a:gd name="connsiteY12" fmla="*/ 223838 h 390525"/>
                <a:gd name="connsiteX13" fmla="*/ 228600 w 228600"/>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0525">
                  <a:moveTo>
                    <a:pt x="228600" y="390525"/>
                  </a:moveTo>
                  <a:lnTo>
                    <a:pt x="166688" y="390525"/>
                  </a:lnTo>
                  <a:lnTo>
                    <a:pt x="166688" y="238125"/>
                  </a:lnTo>
                  <a:cubicBezTo>
                    <a:pt x="166688" y="199073"/>
                    <a:pt x="154305" y="173355"/>
                    <a:pt x="117158"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208" name="Freihandform: Form 247"/>
            <p:cNvSpPr/>
            <p:nvPr/>
          </p:nvSpPr>
          <p:spPr>
            <a:xfrm>
              <a:off x="6377939"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7 w 165734"/>
                <a:gd name="connsiteY9" fmla="*/ 0 h 358140"/>
                <a:gd name="connsiteX10" fmla="*/ 101917 w 165734"/>
                <a:gd name="connsiteY10" fmla="*/ 86677 h 358140"/>
                <a:gd name="connsiteX11" fmla="*/ 165735 w 165734"/>
                <a:gd name="connsiteY11" fmla="*/ 86677 h 358140"/>
                <a:gd name="connsiteX12" fmla="*/ 165735 w 165734"/>
                <a:gd name="connsiteY12" fmla="*/ 138113 h 358140"/>
                <a:gd name="connsiteX13" fmla="*/ 101917 w 165734"/>
                <a:gd name="connsiteY13" fmla="*/ 138113 h 358140"/>
                <a:gd name="connsiteX14" fmla="*/ 101917 w 165734"/>
                <a:gd name="connsiteY14" fmla="*/ 269558 h 358140"/>
                <a:gd name="connsiteX15" fmla="*/ 130492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2875" y="303847"/>
                    <a:pt x="155257" y="300038"/>
                    <a:pt x="165735" y="295275"/>
                  </a:cubicBezTo>
                  <a:close/>
                </a:path>
              </a:pathLst>
            </a:custGeom>
            <a:grpFill/>
            <a:ln w="9525" cap="flat">
              <a:noFill/>
              <a:prstDash val="solid"/>
              <a:miter/>
            </a:ln>
          </p:spPr>
          <p:txBody>
            <a:bodyPr rtlCol="0" anchor="ctr"/>
            <a:lstStyle/>
            <a:p>
              <a:endParaRPr lang="de-DE"/>
            </a:p>
          </p:txBody>
        </p:sp>
        <p:sp>
          <p:nvSpPr>
            <p:cNvPr id="209" name="Freihandform: Form 248"/>
            <p:cNvSpPr/>
            <p:nvPr/>
          </p:nvSpPr>
          <p:spPr>
            <a:xfrm>
              <a:off x="6588442" y="3216591"/>
              <a:ext cx="205739" cy="280035"/>
            </a:xfrm>
            <a:custGeom>
              <a:avLst/>
              <a:gdLst>
                <a:gd name="connsiteX0" fmla="*/ 29527 w 205739"/>
                <a:gd name="connsiteY0" fmla="*/ 198120 h 280035"/>
                <a:gd name="connsiteX1" fmla="*/ 104775 w 205739"/>
                <a:gd name="connsiteY1" fmla="*/ 227648 h 280035"/>
                <a:gd name="connsiteX2" fmla="*/ 143827 w 205739"/>
                <a:gd name="connsiteY2" fmla="*/ 200978 h 280035"/>
                <a:gd name="connsiteX3" fmla="*/ 10477 w 205739"/>
                <a:gd name="connsiteY3" fmla="*/ 82868 h 280035"/>
                <a:gd name="connsiteX4" fmla="*/ 111443 w 205739"/>
                <a:gd name="connsiteY4" fmla="*/ 0 h 280035"/>
                <a:gd name="connsiteX5" fmla="*/ 203835 w 205739"/>
                <a:gd name="connsiteY5" fmla="*/ 27623 h 280035"/>
                <a:gd name="connsiteX6" fmla="*/ 174307 w 205739"/>
                <a:gd name="connsiteY6" fmla="*/ 76200 h 280035"/>
                <a:gd name="connsiteX7" fmla="*/ 110490 w 205739"/>
                <a:gd name="connsiteY7" fmla="*/ 52388 h 280035"/>
                <a:gd name="connsiteX8" fmla="*/ 72390 w 205739"/>
                <a:gd name="connsiteY8" fmla="*/ 77153 h 280035"/>
                <a:gd name="connsiteX9" fmla="*/ 205740 w 205739"/>
                <a:gd name="connsiteY9" fmla="*/ 195263 h 280035"/>
                <a:gd name="connsiteX10" fmla="*/ 102870 w 205739"/>
                <a:gd name="connsiteY10" fmla="*/ 280035 h 280035"/>
                <a:gd name="connsiteX11" fmla="*/ 0 w 205739"/>
                <a:gd name="connsiteY11" fmla="*/ 247650 h 280035"/>
                <a:gd name="connsiteX12" fmla="*/ 29527 w 205739"/>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5">
                  <a:moveTo>
                    <a:pt x="29527" y="198120"/>
                  </a:moveTo>
                  <a:cubicBezTo>
                    <a:pt x="56197" y="218123"/>
                    <a:pt x="80963" y="227648"/>
                    <a:pt x="104775" y="227648"/>
                  </a:cubicBezTo>
                  <a:cubicBezTo>
                    <a:pt x="127635" y="227648"/>
                    <a:pt x="143827" y="217170"/>
                    <a:pt x="143827" y="200978"/>
                  </a:cubicBezTo>
                  <a:cubicBezTo>
                    <a:pt x="143827" y="155258"/>
                    <a:pt x="10477" y="171450"/>
                    <a:pt x="10477" y="82868"/>
                  </a:cubicBezTo>
                  <a:cubicBezTo>
                    <a:pt x="10477" y="33338"/>
                    <a:pt x="51435" y="0"/>
                    <a:pt x="111443" y="0"/>
                  </a:cubicBezTo>
                  <a:cubicBezTo>
                    <a:pt x="143827" y="0"/>
                    <a:pt x="175260" y="9525"/>
                    <a:pt x="203835" y="27623"/>
                  </a:cubicBezTo>
                  <a:lnTo>
                    <a:pt x="174307"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2" y="280035"/>
                    <a:pt x="102870" y="280035"/>
                  </a:cubicBezTo>
                  <a:cubicBezTo>
                    <a:pt x="67627" y="280035"/>
                    <a:pt x="31432" y="268605"/>
                    <a:pt x="0" y="247650"/>
                  </a:cubicBezTo>
                  <a:lnTo>
                    <a:pt x="29527" y="198120"/>
                  </a:lnTo>
                  <a:close/>
                </a:path>
              </a:pathLst>
            </a:custGeom>
            <a:grpFill/>
            <a:ln w="9525" cap="flat">
              <a:noFill/>
              <a:prstDash val="solid"/>
              <a:miter/>
            </a:ln>
          </p:spPr>
          <p:txBody>
            <a:bodyPr rtlCol="0" anchor="ctr"/>
            <a:lstStyle/>
            <a:p>
              <a:endParaRPr lang="de-DE"/>
            </a:p>
          </p:txBody>
        </p:sp>
        <p:sp>
          <p:nvSpPr>
            <p:cNvPr id="210" name="Freihandform: Form 249"/>
            <p:cNvSpPr/>
            <p:nvPr/>
          </p:nvSpPr>
          <p:spPr>
            <a:xfrm>
              <a:off x="6837044" y="3224212"/>
              <a:ext cx="376237" cy="266700"/>
            </a:xfrm>
            <a:custGeom>
              <a:avLst/>
              <a:gdLst>
                <a:gd name="connsiteX0" fmla="*/ 376238 w 376237"/>
                <a:gd name="connsiteY0" fmla="*/ 0 h 266700"/>
                <a:gd name="connsiteX1" fmla="*/ 297180 w 376237"/>
                <a:gd name="connsiteY1" fmla="*/ 266700 h 266700"/>
                <a:gd name="connsiteX2" fmla="*/ 237173 w 376237"/>
                <a:gd name="connsiteY2" fmla="*/ 266700 h 266700"/>
                <a:gd name="connsiteX3" fmla="*/ 188595 w 376237"/>
                <a:gd name="connsiteY3" fmla="*/ 81915 h 266700"/>
                <a:gd name="connsiteX4" fmla="*/ 187643 w 376237"/>
                <a:gd name="connsiteY4" fmla="*/ 81915 h 266700"/>
                <a:gd name="connsiteX5" fmla="*/ 139065 w 376237"/>
                <a:gd name="connsiteY5" fmla="*/ 266700 h 266700"/>
                <a:gd name="connsiteX6" fmla="*/ 79057 w 376237"/>
                <a:gd name="connsiteY6" fmla="*/ 266700 h 266700"/>
                <a:gd name="connsiteX7" fmla="*/ 0 w 376237"/>
                <a:gd name="connsiteY7" fmla="*/ 0 h 266700"/>
                <a:gd name="connsiteX8" fmla="*/ 65723 w 376237"/>
                <a:gd name="connsiteY8" fmla="*/ 0 h 266700"/>
                <a:gd name="connsiteX9" fmla="*/ 111443 w 376237"/>
                <a:gd name="connsiteY9" fmla="*/ 180022 h 266700"/>
                <a:gd name="connsiteX10" fmla="*/ 112395 w 376237"/>
                <a:gd name="connsiteY10" fmla="*/ 180022 h 266700"/>
                <a:gd name="connsiteX11" fmla="*/ 159068 w 376237"/>
                <a:gd name="connsiteY11" fmla="*/ 0 h 266700"/>
                <a:gd name="connsiteX12" fmla="*/ 216218 w 376237"/>
                <a:gd name="connsiteY12" fmla="*/ 0 h 266700"/>
                <a:gd name="connsiteX13" fmla="*/ 264795 w 376237"/>
                <a:gd name="connsiteY13" fmla="*/ 180022 h 266700"/>
                <a:gd name="connsiteX14" fmla="*/ 265748 w 376237"/>
                <a:gd name="connsiteY14" fmla="*/ 180022 h 266700"/>
                <a:gd name="connsiteX15" fmla="*/ 311468 w 376237"/>
                <a:gd name="connsiteY15" fmla="*/ 0 h 266700"/>
                <a:gd name="connsiteX16" fmla="*/ 376238 w 376237"/>
                <a:gd name="connsiteY16"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6237" h="266700">
                  <a:moveTo>
                    <a:pt x="376238" y="0"/>
                  </a:moveTo>
                  <a:lnTo>
                    <a:pt x="297180" y="266700"/>
                  </a:lnTo>
                  <a:lnTo>
                    <a:pt x="237173" y="266700"/>
                  </a:lnTo>
                  <a:lnTo>
                    <a:pt x="188595" y="81915"/>
                  </a:lnTo>
                  <a:lnTo>
                    <a:pt x="187643" y="81915"/>
                  </a:lnTo>
                  <a:lnTo>
                    <a:pt x="139065" y="266700"/>
                  </a:lnTo>
                  <a:lnTo>
                    <a:pt x="79057" y="266700"/>
                  </a:lnTo>
                  <a:lnTo>
                    <a:pt x="0" y="0"/>
                  </a:lnTo>
                  <a:lnTo>
                    <a:pt x="65723" y="0"/>
                  </a:lnTo>
                  <a:lnTo>
                    <a:pt x="111443" y="180022"/>
                  </a:lnTo>
                  <a:lnTo>
                    <a:pt x="112395" y="180022"/>
                  </a:lnTo>
                  <a:lnTo>
                    <a:pt x="159068" y="0"/>
                  </a:lnTo>
                  <a:lnTo>
                    <a:pt x="216218" y="0"/>
                  </a:lnTo>
                  <a:lnTo>
                    <a:pt x="264795" y="180022"/>
                  </a:lnTo>
                  <a:lnTo>
                    <a:pt x="265748" y="180022"/>
                  </a:lnTo>
                  <a:lnTo>
                    <a:pt x="311468" y="0"/>
                  </a:lnTo>
                  <a:lnTo>
                    <a:pt x="376238" y="0"/>
                  </a:lnTo>
                  <a:close/>
                </a:path>
              </a:pathLst>
            </a:custGeom>
            <a:grpFill/>
            <a:ln w="9525" cap="flat">
              <a:noFill/>
              <a:prstDash val="solid"/>
              <a:miter/>
            </a:ln>
          </p:spPr>
          <p:txBody>
            <a:bodyPr rtlCol="0" anchor="ctr"/>
            <a:lstStyle/>
            <a:p>
              <a:endParaRPr lang="de-DE"/>
            </a:p>
          </p:txBody>
        </p:sp>
        <p:sp>
          <p:nvSpPr>
            <p:cNvPr id="211" name="Freihandform: Form 250"/>
            <p:cNvSpPr/>
            <p:nvPr/>
          </p:nvSpPr>
          <p:spPr>
            <a:xfrm>
              <a:off x="7259954" y="3105149"/>
              <a:ext cx="79057" cy="385762"/>
            </a:xfrm>
            <a:custGeom>
              <a:avLst/>
              <a:gdLst>
                <a:gd name="connsiteX0" fmla="*/ 79057 w 79057"/>
                <a:gd name="connsiteY0" fmla="*/ 38100 h 385762"/>
                <a:gd name="connsiteX1" fmla="*/ 39052 w 79057"/>
                <a:gd name="connsiteY1" fmla="*/ 76200 h 385762"/>
                <a:gd name="connsiteX2" fmla="*/ 0 w 79057"/>
                <a:gd name="connsiteY2" fmla="*/ 38100 h 385762"/>
                <a:gd name="connsiteX3" fmla="*/ 39052 w 79057"/>
                <a:gd name="connsiteY3" fmla="*/ 0 h 385762"/>
                <a:gd name="connsiteX4" fmla="*/ 79057 w 79057"/>
                <a:gd name="connsiteY4" fmla="*/ 38100 h 385762"/>
                <a:gd name="connsiteX5" fmla="*/ 70485 w 79057"/>
                <a:gd name="connsiteY5" fmla="*/ 385763 h 385762"/>
                <a:gd name="connsiteX6" fmla="*/ 8572 w 79057"/>
                <a:gd name="connsiteY6" fmla="*/ 385763 h 385762"/>
                <a:gd name="connsiteX7" fmla="*/ 8572 w 79057"/>
                <a:gd name="connsiteY7" fmla="*/ 119063 h 385762"/>
                <a:gd name="connsiteX8" fmla="*/ 70485 w 79057"/>
                <a:gd name="connsiteY8" fmla="*/ 119063 h 385762"/>
                <a:gd name="connsiteX9" fmla="*/ 70485 w 79057"/>
                <a:gd name="connsiteY9" fmla="*/ 385763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5762">
                  <a:moveTo>
                    <a:pt x="79057" y="38100"/>
                  </a:moveTo>
                  <a:cubicBezTo>
                    <a:pt x="79057" y="60008"/>
                    <a:pt x="60960" y="76200"/>
                    <a:pt x="39052" y="76200"/>
                  </a:cubicBezTo>
                  <a:cubicBezTo>
                    <a:pt x="17145" y="76200"/>
                    <a:pt x="0" y="60960"/>
                    <a:pt x="0" y="38100"/>
                  </a:cubicBezTo>
                  <a:cubicBezTo>
                    <a:pt x="0" y="16192"/>
                    <a:pt x="18097" y="0"/>
                    <a:pt x="39052" y="0"/>
                  </a:cubicBezTo>
                  <a:cubicBezTo>
                    <a:pt x="61913" y="0"/>
                    <a:pt x="79057" y="16192"/>
                    <a:pt x="79057" y="38100"/>
                  </a:cubicBezTo>
                  <a:close/>
                  <a:moveTo>
                    <a:pt x="70485" y="385763"/>
                  </a:moveTo>
                  <a:lnTo>
                    <a:pt x="8572" y="385763"/>
                  </a:lnTo>
                  <a:lnTo>
                    <a:pt x="8572" y="119063"/>
                  </a:lnTo>
                  <a:lnTo>
                    <a:pt x="70485" y="119063"/>
                  </a:lnTo>
                  <a:lnTo>
                    <a:pt x="70485" y="385763"/>
                  </a:lnTo>
                  <a:close/>
                </a:path>
              </a:pathLst>
            </a:custGeom>
            <a:grpFill/>
            <a:ln w="9525" cap="flat">
              <a:noFill/>
              <a:prstDash val="solid"/>
              <a:miter/>
            </a:ln>
          </p:spPr>
          <p:txBody>
            <a:bodyPr rtlCol="0" anchor="ctr"/>
            <a:lstStyle/>
            <a:p>
              <a:endParaRPr lang="de-DE"/>
            </a:p>
          </p:txBody>
        </p:sp>
        <p:sp>
          <p:nvSpPr>
            <p:cNvPr id="212" name="Freihandform: Form 251"/>
            <p:cNvSpPr/>
            <p:nvPr/>
          </p:nvSpPr>
          <p:spPr>
            <a:xfrm>
              <a:off x="7388542" y="3216591"/>
              <a:ext cx="205739" cy="280035"/>
            </a:xfrm>
            <a:custGeom>
              <a:avLst/>
              <a:gdLst>
                <a:gd name="connsiteX0" fmla="*/ 29527 w 205739"/>
                <a:gd name="connsiteY0" fmla="*/ 198120 h 280035"/>
                <a:gd name="connsiteX1" fmla="*/ 104775 w 205739"/>
                <a:gd name="connsiteY1" fmla="*/ 227648 h 280035"/>
                <a:gd name="connsiteX2" fmla="*/ 143827 w 205739"/>
                <a:gd name="connsiteY2" fmla="*/ 200978 h 280035"/>
                <a:gd name="connsiteX3" fmla="*/ 10477 w 205739"/>
                <a:gd name="connsiteY3" fmla="*/ 82868 h 280035"/>
                <a:gd name="connsiteX4" fmla="*/ 111443 w 205739"/>
                <a:gd name="connsiteY4" fmla="*/ 0 h 280035"/>
                <a:gd name="connsiteX5" fmla="*/ 203835 w 205739"/>
                <a:gd name="connsiteY5" fmla="*/ 27623 h 280035"/>
                <a:gd name="connsiteX6" fmla="*/ 174307 w 205739"/>
                <a:gd name="connsiteY6" fmla="*/ 76200 h 280035"/>
                <a:gd name="connsiteX7" fmla="*/ 110490 w 205739"/>
                <a:gd name="connsiteY7" fmla="*/ 52388 h 280035"/>
                <a:gd name="connsiteX8" fmla="*/ 72390 w 205739"/>
                <a:gd name="connsiteY8" fmla="*/ 77153 h 280035"/>
                <a:gd name="connsiteX9" fmla="*/ 205740 w 205739"/>
                <a:gd name="connsiteY9" fmla="*/ 195263 h 280035"/>
                <a:gd name="connsiteX10" fmla="*/ 102870 w 205739"/>
                <a:gd name="connsiteY10" fmla="*/ 280035 h 280035"/>
                <a:gd name="connsiteX11" fmla="*/ 0 w 205739"/>
                <a:gd name="connsiteY11" fmla="*/ 247650 h 280035"/>
                <a:gd name="connsiteX12" fmla="*/ 29527 w 205739"/>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5">
                  <a:moveTo>
                    <a:pt x="29527" y="198120"/>
                  </a:moveTo>
                  <a:cubicBezTo>
                    <a:pt x="56197" y="218123"/>
                    <a:pt x="80963" y="227648"/>
                    <a:pt x="104775" y="227648"/>
                  </a:cubicBezTo>
                  <a:cubicBezTo>
                    <a:pt x="127635" y="227648"/>
                    <a:pt x="143827" y="217170"/>
                    <a:pt x="143827" y="200978"/>
                  </a:cubicBezTo>
                  <a:cubicBezTo>
                    <a:pt x="143827" y="155258"/>
                    <a:pt x="10477" y="171450"/>
                    <a:pt x="10477" y="82868"/>
                  </a:cubicBezTo>
                  <a:cubicBezTo>
                    <a:pt x="10477" y="33338"/>
                    <a:pt x="51435" y="0"/>
                    <a:pt x="111443" y="0"/>
                  </a:cubicBezTo>
                  <a:cubicBezTo>
                    <a:pt x="143827" y="0"/>
                    <a:pt x="175260" y="9525"/>
                    <a:pt x="203835" y="27623"/>
                  </a:cubicBezTo>
                  <a:lnTo>
                    <a:pt x="174307" y="76200"/>
                  </a:lnTo>
                  <a:cubicBezTo>
                    <a:pt x="151447" y="60008"/>
                    <a:pt x="130493" y="52388"/>
                    <a:pt x="110490" y="52388"/>
                  </a:cubicBezTo>
                  <a:cubicBezTo>
                    <a:pt x="87630" y="52388"/>
                    <a:pt x="72390" y="61913"/>
                    <a:pt x="72390" y="77153"/>
                  </a:cubicBezTo>
                  <a:cubicBezTo>
                    <a:pt x="72390" y="120967"/>
                    <a:pt x="205740" y="105728"/>
                    <a:pt x="205740" y="195263"/>
                  </a:cubicBezTo>
                  <a:cubicBezTo>
                    <a:pt x="205740" y="245745"/>
                    <a:pt x="164782" y="280035"/>
                    <a:pt x="102870" y="280035"/>
                  </a:cubicBezTo>
                  <a:cubicBezTo>
                    <a:pt x="67627" y="280035"/>
                    <a:pt x="31432" y="268605"/>
                    <a:pt x="0" y="247650"/>
                  </a:cubicBezTo>
                  <a:lnTo>
                    <a:pt x="29527" y="198120"/>
                  </a:lnTo>
                  <a:close/>
                </a:path>
              </a:pathLst>
            </a:custGeom>
            <a:grpFill/>
            <a:ln w="9525" cap="flat">
              <a:noFill/>
              <a:prstDash val="solid"/>
              <a:miter/>
            </a:ln>
          </p:spPr>
          <p:txBody>
            <a:bodyPr rtlCol="0" anchor="ctr"/>
            <a:lstStyle/>
            <a:p>
              <a:endParaRPr lang="de-DE"/>
            </a:p>
          </p:txBody>
        </p:sp>
        <p:sp>
          <p:nvSpPr>
            <p:cNvPr id="213" name="Freihandform: Form 252"/>
            <p:cNvSpPr/>
            <p:nvPr/>
          </p:nvSpPr>
          <p:spPr>
            <a:xfrm>
              <a:off x="7635239" y="3216591"/>
              <a:ext cx="205740" cy="280035"/>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3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grpFill/>
            <a:ln w="9525" cap="flat">
              <a:noFill/>
              <a:prstDash val="solid"/>
              <a:miter/>
            </a:ln>
          </p:spPr>
          <p:txBody>
            <a:bodyPr rtlCol="0" anchor="ctr"/>
            <a:lstStyle/>
            <a:p>
              <a:endParaRPr lang="de-DE"/>
            </a:p>
          </p:txBody>
        </p:sp>
        <p:sp>
          <p:nvSpPr>
            <p:cNvPr id="214" name="Freihandform: Form 253"/>
            <p:cNvSpPr/>
            <p:nvPr/>
          </p:nvSpPr>
          <p:spPr>
            <a:xfrm>
              <a:off x="7890509" y="3217544"/>
              <a:ext cx="242887" cy="279082"/>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grpFill/>
            <a:ln w="9525" cap="flat">
              <a:noFill/>
              <a:prstDash val="solid"/>
              <a:miter/>
            </a:ln>
          </p:spPr>
          <p:txBody>
            <a:bodyPr rtlCol="0" anchor="ctr"/>
            <a:lstStyle/>
            <a:p>
              <a:endParaRPr lang="de-DE"/>
            </a:p>
          </p:txBody>
        </p:sp>
        <p:sp>
          <p:nvSpPr>
            <p:cNvPr id="215" name="Freihandform: Form 254"/>
            <p:cNvSpPr/>
            <p:nvPr/>
          </p:nvSpPr>
          <p:spPr>
            <a:xfrm>
              <a:off x="8202929" y="3217544"/>
              <a:ext cx="228600" cy="273367"/>
            </a:xfrm>
            <a:custGeom>
              <a:avLst/>
              <a:gdLst>
                <a:gd name="connsiteX0" fmla="*/ 228600 w 228600"/>
                <a:gd name="connsiteY0" fmla="*/ 273367 h 273367"/>
                <a:gd name="connsiteX1" fmla="*/ 166688 w 228600"/>
                <a:gd name="connsiteY1" fmla="*/ 273367 h 273367"/>
                <a:gd name="connsiteX2" fmla="*/ 166688 w 228600"/>
                <a:gd name="connsiteY2" fmla="*/ 120967 h 273367"/>
                <a:gd name="connsiteX3" fmla="*/ 117157 w 228600"/>
                <a:gd name="connsiteY3" fmla="*/ 56197 h 273367"/>
                <a:gd name="connsiteX4" fmla="*/ 61913 w 228600"/>
                <a:gd name="connsiteY4" fmla="*/ 120967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3367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3367"/>
                  </a:moveTo>
                  <a:lnTo>
                    <a:pt x="166688" y="273367"/>
                  </a:lnTo>
                  <a:lnTo>
                    <a:pt x="166688" y="120967"/>
                  </a:lnTo>
                  <a:cubicBezTo>
                    <a:pt x="166688" y="81915"/>
                    <a:pt x="155257" y="56197"/>
                    <a:pt x="117157" y="56197"/>
                  </a:cubicBezTo>
                  <a:cubicBezTo>
                    <a:pt x="73343" y="56197"/>
                    <a:pt x="61913" y="91440"/>
                    <a:pt x="61913" y="120967"/>
                  </a:cubicBezTo>
                  <a:lnTo>
                    <a:pt x="61913" y="273367"/>
                  </a:lnTo>
                  <a:lnTo>
                    <a:pt x="0" y="273367"/>
                  </a:lnTo>
                  <a:lnTo>
                    <a:pt x="0" y="6667"/>
                  </a:lnTo>
                  <a:lnTo>
                    <a:pt x="61913" y="6667"/>
                  </a:lnTo>
                  <a:lnTo>
                    <a:pt x="61913" y="39052"/>
                  </a:lnTo>
                  <a:lnTo>
                    <a:pt x="62865" y="39052"/>
                  </a:lnTo>
                  <a:cubicBezTo>
                    <a:pt x="79057" y="15240"/>
                    <a:pt x="106680" y="0"/>
                    <a:pt x="140970" y="0"/>
                  </a:cubicBezTo>
                  <a:cubicBezTo>
                    <a:pt x="201930" y="0"/>
                    <a:pt x="228600" y="44767"/>
                    <a:pt x="228600" y="107633"/>
                  </a:cubicBezTo>
                  <a:lnTo>
                    <a:pt x="228600" y="273367"/>
                  </a:lnTo>
                  <a:close/>
                </a:path>
              </a:pathLst>
            </a:custGeom>
            <a:grpFill/>
            <a:ln w="9525" cap="flat">
              <a:noFill/>
              <a:prstDash val="solid"/>
              <a:miter/>
            </a:ln>
          </p:spPr>
          <p:txBody>
            <a:bodyPr rtlCol="0" anchor="ctr"/>
            <a:lstStyle/>
            <a:p>
              <a:endParaRPr lang="de-DE"/>
            </a:p>
          </p:txBody>
        </p:sp>
        <p:sp>
          <p:nvSpPr>
            <p:cNvPr id="216" name="Freihandform: Form 255"/>
            <p:cNvSpPr/>
            <p:nvPr/>
          </p:nvSpPr>
          <p:spPr>
            <a:xfrm>
              <a:off x="8487726" y="3216591"/>
              <a:ext cx="205740" cy="280035"/>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3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6198" y="218123"/>
                    <a:pt x="80963" y="227648"/>
                    <a:pt x="104775" y="227648"/>
                  </a:cubicBezTo>
                  <a:cubicBezTo>
                    <a:pt x="127635" y="227648"/>
                    <a:pt x="143828" y="217170"/>
                    <a:pt x="143828" y="200978"/>
                  </a:cubicBezTo>
                  <a:cubicBezTo>
                    <a:pt x="143828" y="155258"/>
                    <a:pt x="10478" y="171450"/>
                    <a:pt x="10478" y="82868"/>
                  </a:cubicBezTo>
                  <a:cubicBezTo>
                    <a:pt x="10478" y="33338"/>
                    <a:pt x="51435" y="0"/>
                    <a:pt x="111443" y="0"/>
                  </a:cubicBezTo>
                  <a:cubicBezTo>
                    <a:pt x="143828" y="0"/>
                    <a:pt x="175260" y="9525"/>
                    <a:pt x="203835" y="27623"/>
                  </a:cubicBezTo>
                  <a:lnTo>
                    <a:pt x="174308" y="76200"/>
                  </a:lnTo>
                  <a:cubicBezTo>
                    <a:pt x="151448" y="60008"/>
                    <a:pt x="130493"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grpFill/>
            <a:ln w="9525" cap="flat">
              <a:noFill/>
              <a:prstDash val="solid"/>
              <a:miter/>
            </a:ln>
          </p:spPr>
          <p:txBody>
            <a:bodyPr rtlCol="0" anchor="ctr"/>
            <a:lstStyle/>
            <a:p>
              <a:endParaRPr lang="de-DE"/>
            </a:p>
          </p:txBody>
        </p:sp>
        <p:sp>
          <p:nvSpPr>
            <p:cNvPr id="217" name="Freihandform: Form 256"/>
            <p:cNvSpPr/>
            <p:nvPr/>
          </p:nvSpPr>
          <p:spPr>
            <a:xfrm>
              <a:off x="8743949" y="3216591"/>
              <a:ext cx="224789" cy="280035"/>
            </a:xfrm>
            <a:custGeom>
              <a:avLst/>
              <a:gdLst>
                <a:gd name="connsiteX0" fmla="*/ 222885 w 224789"/>
                <a:gd name="connsiteY0" fmla="*/ 237173 h 280035"/>
                <a:gd name="connsiteX1" fmla="*/ 127635 w 224789"/>
                <a:gd name="connsiteY1" fmla="*/ 280035 h 280035"/>
                <a:gd name="connsiteX2" fmla="*/ 0 w 224789"/>
                <a:gd name="connsiteY2" fmla="*/ 140970 h 280035"/>
                <a:gd name="connsiteX3" fmla="*/ 128588 w 224789"/>
                <a:gd name="connsiteY3" fmla="*/ 0 h 280035"/>
                <a:gd name="connsiteX4" fmla="*/ 224790 w 224789"/>
                <a:gd name="connsiteY4" fmla="*/ 45720 h 280035"/>
                <a:gd name="connsiteX5" fmla="*/ 181927 w 224789"/>
                <a:gd name="connsiteY5" fmla="*/ 86678 h 280035"/>
                <a:gd name="connsiteX6" fmla="*/ 128588 w 224789"/>
                <a:gd name="connsiteY6" fmla="*/ 57150 h 280035"/>
                <a:gd name="connsiteX7" fmla="*/ 62865 w 224789"/>
                <a:gd name="connsiteY7" fmla="*/ 140017 h 280035"/>
                <a:gd name="connsiteX8" fmla="*/ 128588 w 224789"/>
                <a:gd name="connsiteY8" fmla="*/ 222885 h 280035"/>
                <a:gd name="connsiteX9" fmla="*/ 183832 w 224789"/>
                <a:gd name="connsiteY9" fmla="*/ 193358 h 280035"/>
                <a:gd name="connsiteX10" fmla="*/ 222885 w 224789"/>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7" y="15240"/>
                    <a:pt x="224790" y="45720"/>
                  </a:cubicBezTo>
                  <a:lnTo>
                    <a:pt x="181927"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2" y="193358"/>
                  </a:cubicBezTo>
                  <a:lnTo>
                    <a:pt x="222885" y="237173"/>
                  </a:lnTo>
                  <a:close/>
                </a:path>
              </a:pathLst>
            </a:custGeom>
            <a:grpFill/>
            <a:ln w="9525" cap="flat">
              <a:noFill/>
              <a:prstDash val="solid"/>
              <a:miter/>
            </a:ln>
          </p:spPr>
          <p:txBody>
            <a:bodyPr rtlCol="0" anchor="ctr"/>
            <a:lstStyle/>
            <a:p>
              <a:endParaRPr lang="de-DE"/>
            </a:p>
          </p:txBody>
        </p:sp>
        <p:sp>
          <p:nvSpPr>
            <p:cNvPr id="218" name="Freihandform: Form 257"/>
            <p:cNvSpPr/>
            <p:nvPr/>
          </p:nvSpPr>
          <p:spPr>
            <a:xfrm>
              <a:off x="9022079" y="3100387"/>
              <a:ext cx="228600" cy="390525"/>
            </a:xfrm>
            <a:custGeom>
              <a:avLst/>
              <a:gdLst>
                <a:gd name="connsiteX0" fmla="*/ 228600 w 228600"/>
                <a:gd name="connsiteY0" fmla="*/ 390525 h 390525"/>
                <a:gd name="connsiteX1" fmla="*/ 166688 w 228600"/>
                <a:gd name="connsiteY1" fmla="*/ 390525 h 390525"/>
                <a:gd name="connsiteX2" fmla="*/ 166688 w 228600"/>
                <a:gd name="connsiteY2" fmla="*/ 238125 h 390525"/>
                <a:gd name="connsiteX3" fmla="*/ 117157 w 228600"/>
                <a:gd name="connsiteY3" fmla="*/ 173355 h 390525"/>
                <a:gd name="connsiteX4" fmla="*/ 61913 w 228600"/>
                <a:gd name="connsiteY4" fmla="*/ 238125 h 390525"/>
                <a:gd name="connsiteX5" fmla="*/ 61913 w 228600"/>
                <a:gd name="connsiteY5" fmla="*/ 390525 h 390525"/>
                <a:gd name="connsiteX6" fmla="*/ 0 w 228600"/>
                <a:gd name="connsiteY6" fmla="*/ 390525 h 390525"/>
                <a:gd name="connsiteX7" fmla="*/ 0 w 228600"/>
                <a:gd name="connsiteY7" fmla="*/ 16192 h 390525"/>
                <a:gd name="connsiteX8" fmla="*/ 61913 w 228600"/>
                <a:gd name="connsiteY8" fmla="*/ 0 h 390525"/>
                <a:gd name="connsiteX9" fmla="*/ 61913 w 228600"/>
                <a:gd name="connsiteY9" fmla="*/ 155258 h 390525"/>
                <a:gd name="connsiteX10" fmla="*/ 62865 w 228600"/>
                <a:gd name="connsiteY10" fmla="*/ 155258 h 390525"/>
                <a:gd name="connsiteX11" fmla="*/ 140970 w 228600"/>
                <a:gd name="connsiteY11" fmla="*/ 116205 h 390525"/>
                <a:gd name="connsiteX12" fmla="*/ 228600 w 228600"/>
                <a:gd name="connsiteY12" fmla="*/ 223838 h 390525"/>
                <a:gd name="connsiteX13" fmla="*/ 228600 w 228600"/>
                <a:gd name="connsiteY13" fmla="*/ 39052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90525">
                  <a:moveTo>
                    <a:pt x="228600" y="390525"/>
                  </a:moveTo>
                  <a:lnTo>
                    <a:pt x="166688" y="390525"/>
                  </a:lnTo>
                  <a:lnTo>
                    <a:pt x="166688" y="238125"/>
                  </a:lnTo>
                  <a:cubicBezTo>
                    <a:pt x="166688" y="199073"/>
                    <a:pt x="154305" y="173355"/>
                    <a:pt x="117157" y="173355"/>
                  </a:cubicBezTo>
                  <a:cubicBezTo>
                    <a:pt x="74295" y="173355"/>
                    <a:pt x="61913" y="207645"/>
                    <a:pt x="61913" y="238125"/>
                  </a:cubicBezTo>
                  <a:lnTo>
                    <a:pt x="61913" y="390525"/>
                  </a:lnTo>
                  <a:lnTo>
                    <a:pt x="0" y="390525"/>
                  </a:lnTo>
                  <a:lnTo>
                    <a:pt x="0" y="16192"/>
                  </a:lnTo>
                  <a:lnTo>
                    <a:pt x="61913" y="0"/>
                  </a:lnTo>
                  <a:lnTo>
                    <a:pt x="61913" y="155258"/>
                  </a:lnTo>
                  <a:lnTo>
                    <a:pt x="62865" y="155258"/>
                  </a:lnTo>
                  <a:cubicBezTo>
                    <a:pt x="78105" y="131445"/>
                    <a:pt x="105727" y="116205"/>
                    <a:pt x="140970" y="116205"/>
                  </a:cubicBezTo>
                  <a:cubicBezTo>
                    <a:pt x="202882" y="116205"/>
                    <a:pt x="228600" y="161925"/>
                    <a:pt x="228600" y="223838"/>
                  </a:cubicBezTo>
                  <a:lnTo>
                    <a:pt x="228600" y="390525"/>
                  </a:lnTo>
                  <a:close/>
                </a:path>
              </a:pathLst>
            </a:custGeom>
            <a:grpFill/>
            <a:ln w="9525" cap="flat">
              <a:noFill/>
              <a:prstDash val="solid"/>
              <a:miter/>
            </a:ln>
          </p:spPr>
          <p:txBody>
            <a:bodyPr rtlCol="0" anchor="ctr"/>
            <a:lstStyle/>
            <a:p>
              <a:endParaRPr lang="de-DE"/>
            </a:p>
          </p:txBody>
        </p:sp>
        <p:sp>
          <p:nvSpPr>
            <p:cNvPr id="219" name="Freihandform: Form 258"/>
            <p:cNvSpPr/>
            <p:nvPr/>
          </p:nvSpPr>
          <p:spPr>
            <a:xfrm>
              <a:off x="9312592" y="3217544"/>
              <a:ext cx="225742" cy="279082"/>
            </a:xfrm>
            <a:custGeom>
              <a:avLst/>
              <a:gdLst>
                <a:gd name="connsiteX0" fmla="*/ 114300 w 225742"/>
                <a:gd name="connsiteY0" fmla="*/ 107633 h 279082"/>
                <a:gd name="connsiteX1" fmla="*/ 164782 w 225742"/>
                <a:gd name="connsiteY1" fmla="*/ 113347 h 279082"/>
                <a:gd name="connsiteX2" fmla="*/ 164782 w 225742"/>
                <a:gd name="connsiteY2" fmla="*/ 103822 h 279082"/>
                <a:gd name="connsiteX3" fmla="*/ 105727 w 225742"/>
                <a:gd name="connsiteY3" fmla="*/ 52388 h 279082"/>
                <a:gd name="connsiteX4" fmla="*/ 38100 w 225742"/>
                <a:gd name="connsiteY4" fmla="*/ 67627 h 279082"/>
                <a:gd name="connsiteX5" fmla="*/ 24765 w 225742"/>
                <a:gd name="connsiteY5" fmla="*/ 15240 h 279082"/>
                <a:gd name="connsiteX6" fmla="*/ 112395 w 225742"/>
                <a:gd name="connsiteY6" fmla="*/ 0 h 279082"/>
                <a:gd name="connsiteX7" fmla="*/ 225743 w 225742"/>
                <a:gd name="connsiteY7" fmla="*/ 102870 h 279082"/>
                <a:gd name="connsiteX8" fmla="*/ 225743 w 225742"/>
                <a:gd name="connsiteY8" fmla="*/ 273367 h 279082"/>
                <a:gd name="connsiteX9" fmla="*/ 166688 w 225742"/>
                <a:gd name="connsiteY9" fmla="*/ 273367 h 279082"/>
                <a:gd name="connsiteX10" fmla="*/ 166688 w 225742"/>
                <a:gd name="connsiteY10" fmla="*/ 244792 h 279082"/>
                <a:gd name="connsiteX11" fmla="*/ 165735 w 225742"/>
                <a:gd name="connsiteY11" fmla="*/ 244792 h 279082"/>
                <a:gd name="connsiteX12" fmla="*/ 87630 w 225742"/>
                <a:gd name="connsiteY12" fmla="*/ 279083 h 279082"/>
                <a:gd name="connsiteX13" fmla="*/ 0 w 225742"/>
                <a:gd name="connsiteY13" fmla="*/ 194310 h 279082"/>
                <a:gd name="connsiteX14" fmla="*/ 114300 w 225742"/>
                <a:gd name="connsiteY14" fmla="*/ 107633 h 279082"/>
                <a:gd name="connsiteX15" fmla="*/ 103822 w 225742"/>
                <a:gd name="connsiteY15" fmla="*/ 232410 h 279082"/>
                <a:gd name="connsiteX16" fmla="*/ 164782 w 225742"/>
                <a:gd name="connsiteY16" fmla="*/ 200025 h 279082"/>
                <a:gd name="connsiteX17" fmla="*/ 164782 w 225742"/>
                <a:gd name="connsiteY17" fmla="*/ 153352 h 279082"/>
                <a:gd name="connsiteX18" fmla="*/ 120968 w 225742"/>
                <a:gd name="connsiteY18" fmla="*/ 148590 h 279082"/>
                <a:gd name="connsiteX19" fmla="*/ 59055 w 225742"/>
                <a:gd name="connsiteY19" fmla="*/ 192405 h 279082"/>
                <a:gd name="connsiteX20" fmla="*/ 103822 w 225742"/>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42" h="279082">
                  <a:moveTo>
                    <a:pt x="114300" y="107633"/>
                  </a:moveTo>
                  <a:cubicBezTo>
                    <a:pt x="131445" y="107633"/>
                    <a:pt x="147638" y="108585"/>
                    <a:pt x="164782" y="113347"/>
                  </a:cubicBezTo>
                  <a:lnTo>
                    <a:pt x="164782" y="103822"/>
                  </a:lnTo>
                  <a:cubicBezTo>
                    <a:pt x="164782" y="69532"/>
                    <a:pt x="144780" y="52388"/>
                    <a:pt x="105727" y="52388"/>
                  </a:cubicBezTo>
                  <a:cubicBezTo>
                    <a:pt x="83820" y="52388"/>
                    <a:pt x="60007" y="57150"/>
                    <a:pt x="38100" y="67627"/>
                  </a:cubicBezTo>
                  <a:lnTo>
                    <a:pt x="24765" y="15240"/>
                  </a:lnTo>
                  <a:cubicBezTo>
                    <a:pt x="49530" y="5715"/>
                    <a:pt x="81915" y="0"/>
                    <a:pt x="112395" y="0"/>
                  </a:cubicBezTo>
                  <a:cubicBezTo>
                    <a:pt x="187643" y="0"/>
                    <a:pt x="225743" y="35242"/>
                    <a:pt x="225743" y="102870"/>
                  </a:cubicBezTo>
                  <a:lnTo>
                    <a:pt x="225743" y="273367"/>
                  </a:lnTo>
                  <a:lnTo>
                    <a:pt x="166688" y="273367"/>
                  </a:lnTo>
                  <a:lnTo>
                    <a:pt x="166688" y="244792"/>
                  </a:lnTo>
                  <a:lnTo>
                    <a:pt x="165735" y="244792"/>
                  </a:lnTo>
                  <a:cubicBezTo>
                    <a:pt x="142875" y="268605"/>
                    <a:pt x="119063" y="279083"/>
                    <a:pt x="87630" y="279083"/>
                  </a:cubicBezTo>
                  <a:cubicBezTo>
                    <a:pt x="34290" y="279083"/>
                    <a:pt x="0" y="245745"/>
                    <a:pt x="0" y="194310"/>
                  </a:cubicBezTo>
                  <a:cubicBezTo>
                    <a:pt x="0" y="138113"/>
                    <a:pt x="40005" y="107633"/>
                    <a:pt x="114300" y="107633"/>
                  </a:cubicBezTo>
                  <a:close/>
                  <a:moveTo>
                    <a:pt x="103822" y="232410"/>
                  </a:moveTo>
                  <a:cubicBezTo>
                    <a:pt x="126682" y="232410"/>
                    <a:pt x="147638" y="220980"/>
                    <a:pt x="164782" y="200025"/>
                  </a:cubicBezTo>
                  <a:lnTo>
                    <a:pt x="164782" y="153352"/>
                  </a:lnTo>
                  <a:cubicBezTo>
                    <a:pt x="150495" y="149542"/>
                    <a:pt x="135255" y="148590"/>
                    <a:pt x="120968" y="148590"/>
                  </a:cubicBezTo>
                  <a:cubicBezTo>
                    <a:pt x="81915" y="148590"/>
                    <a:pt x="59055" y="163830"/>
                    <a:pt x="59055" y="192405"/>
                  </a:cubicBezTo>
                  <a:cubicBezTo>
                    <a:pt x="60007" y="217170"/>
                    <a:pt x="77152" y="232410"/>
                    <a:pt x="103822" y="232410"/>
                  </a:cubicBezTo>
                  <a:close/>
                </a:path>
              </a:pathLst>
            </a:custGeom>
            <a:grpFill/>
            <a:ln w="9525" cap="flat">
              <a:noFill/>
              <a:prstDash val="solid"/>
              <a:miter/>
            </a:ln>
          </p:spPr>
          <p:txBody>
            <a:bodyPr rtlCol="0" anchor="ctr"/>
            <a:lstStyle/>
            <a:p>
              <a:endParaRPr lang="de-DE"/>
            </a:p>
          </p:txBody>
        </p:sp>
        <p:sp>
          <p:nvSpPr>
            <p:cNvPr id="220" name="Freihandform: Form 259"/>
            <p:cNvSpPr/>
            <p:nvPr/>
          </p:nvSpPr>
          <p:spPr>
            <a:xfrm>
              <a:off x="9588817" y="3097529"/>
              <a:ext cx="162877" cy="393382"/>
            </a:xfrm>
            <a:custGeom>
              <a:avLst/>
              <a:gdLst>
                <a:gd name="connsiteX0" fmla="*/ 162877 w 162877"/>
                <a:gd name="connsiteY0" fmla="*/ 58103 h 393382"/>
                <a:gd name="connsiteX1" fmla="*/ 135255 w 162877"/>
                <a:gd name="connsiteY1" fmla="*/ 53340 h 393382"/>
                <a:gd name="connsiteX2" fmla="*/ 101918 w 162877"/>
                <a:gd name="connsiteY2" fmla="*/ 90488 h 393382"/>
                <a:gd name="connsiteX3" fmla="*/ 101918 w 162877"/>
                <a:gd name="connsiteY3" fmla="*/ 126683 h 393382"/>
                <a:gd name="connsiteX4" fmla="*/ 155257 w 162877"/>
                <a:gd name="connsiteY4" fmla="*/ 126683 h 393382"/>
                <a:gd name="connsiteX5" fmla="*/ 155257 w 162877"/>
                <a:gd name="connsiteY5" fmla="*/ 178118 h 393382"/>
                <a:gd name="connsiteX6" fmla="*/ 102870 w 162877"/>
                <a:gd name="connsiteY6" fmla="*/ 178118 h 393382"/>
                <a:gd name="connsiteX7" fmla="*/ 102870 w 162877"/>
                <a:gd name="connsiteY7" fmla="*/ 393383 h 393382"/>
                <a:gd name="connsiteX8" fmla="*/ 40957 w 162877"/>
                <a:gd name="connsiteY8" fmla="*/ 393383 h 393382"/>
                <a:gd name="connsiteX9" fmla="*/ 40957 w 162877"/>
                <a:gd name="connsiteY9" fmla="*/ 179070 h 393382"/>
                <a:gd name="connsiteX10" fmla="*/ 0 w 162877"/>
                <a:gd name="connsiteY10" fmla="*/ 179070 h 393382"/>
                <a:gd name="connsiteX11" fmla="*/ 0 w 162877"/>
                <a:gd name="connsiteY11" fmla="*/ 126683 h 393382"/>
                <a:gd name="connsiteX12" fmla="*/ 40957 w 162877"/>
                <a:gd name="connsiteY12" fmla="*/ 126683 h 393382"/>
                <a:gd name="connsiteX13" fmla="*/ 40957 w 162877"/>
                <a:gd name="connsiteY13" fmla="*/ 88583 h 393382"/>
                <a:gd name="connsiteX14" fmla="*/ 125730 w 162877"/>
                <a:gd name="connsiteY14" fmla="*/ 0 h 393382"/>
                <a:gd name="connsiteX15" fmla="*/ 162877 w 162877"/>
                <a:gd name="connsiteY15" fmla="*/ 5715 h 393382"/>
                <a:gd name="connsiteX16" fmla="*/ 162877 w 162877"/>
                <a:gd name="connsiteY16" fmla="*/ 58103 h 39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877" h="393382">
                  <a:moveTo>
                    <a:pt x="162877" y="58103"/>
                  </a:moveTo>
                  <a:cubicBezTo>
                    <a:pt x="154305" y="54293"/>
                    <a:pt x="144780" y="53340"/>
                    <a:pt x="135255" y="53340"/>
                  </a:cubicBezTo>
                  <a:cubicBezTo>
                    <a:pt x="111443" y="53340"/>
                    <a:pt x="101918" y="65723"/>
                    <a:pt x="101918" y="90488"/>
                  </a:cubicBezTo>
                  <a:lnTo>
                    <a:pt x="101918" y="126683"/>
                  </a:lnTo>
                  <a:lnTo>
                    <a:pt x="155257" y="126683"/>
                  </a:lnTo>
                  <a:lnTo>
                    <a:pt x="155257" y="178118"/>
                  </a:lnTo>
                  <a:lnTo>
                    <a:pt x="102870" y="178118"/>
                  </a:lnTo>
                  <a:lnTo>
                    <a:pt x="102870" y="393383"/>
                  </a:lnTo>
                  <a:lnTo>
                    <a:pt x="40957" y="393383"/>
                  </a:lnTo>
                  <a:lnTo>
                    <a:pt x="40957" y="179070"/>
                  </a:lnTo>
                  <a:lnTo>
                    <a:pt x="0" y="179070"/>
                  </a:lnTo>
                  <a:lnTo>
                    <a:pt x="0" y="126683"/>
                  </a:lnTo>
                  <a:lnTo>
                    <a:pt x="40957" y="126683"/>
                  </a:lnTo>
                  <a:lnTo>
                    <a:pt x="40957" y="88583"/>
                  </a:lnTo>
                  <a:cubicBezTo>
                    <a:pt x="40957" y="33338"/>
                    <a:pt x="65722" y="0"/>
                    <a:pt x="125730" y="0"/>
                  </a:cubicBezTo>
                  <a:cubicBezTo>
                    <a:pt x="139065" y="0"/>
                    <a:pt x="152400" y="1905"/>
                    <a:pt x="162877" y="5715"/>
                  </a:cubicBezTo>
                  <a:lnTo>
                    <a:pt x="162877" y="58103"/>
                  </a:lnTo>
                  <a:close/>
                </a:path>
              </a:pathLst>
            </a:custGeom>
            <a:grpFill/>
            <a:ln w="9525" cap="flat">
              <a:noFill/>
              <a:prstDash val="solid"/>
              <a:miter/>
            </a:ln>
          </p:spPr>
          <p:txBody>
            <a:bodyPr rtlCol="0" anchor="ctr"/>
            <a:lstStyle/>
            <a:p>
              <a:endParaRPr lang="de-DE"/>
            </a:p>
          </p:txBody>
        </p:sp>
        <p:sp>
          <p:nvSpPr>
            <p:cNvPr id="221" name="Freihandform: Form 260"/>
            <p:cNvSpPr/>
            <p:nvPr/>
          </p:nvSpPr>
          <p:spPr>
            <a:xfrm>
              <a:off x="9785984" y="3138487"/>
              <a:ext cx="165734" cy="358140"/>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7 w 165734"/>
                <a:gd name="connsiteY9" fmla="*/ 0 h 358140"/>
                <a:gd name="connsiteX10" fmla="*/ 101917 w 165734"/>
                <a:gd name="connsiteY10" fmla="*/ 86677 h 358140"/>
                <a:gd name="connsiteX11" fmla="*/ 165735 w 165734"/>
                <a:gd name="connsiteY11" fmla="*/ 86677 h 358140"/>
                <a:gd name="connsiteX12" fmla="*/ 165735 w 165734"/>
                <a:gd name="connsiteY12" fmla="*/ 138113 h 358140"/>
                <a:gd name="connsiteX13" fmla="*/ 101917 w 165734"/>
                <a:gd name="connsiteY13" fmla="*/ 138113 h 358140"/>
                <a:gd name="connsiteX14" fmla="*/ 101917 w 165734"/>
                <a:gd name="connsiteY14" fmla="*/ 269558 h 358140"/>
                <a:gd name="connsiteX15" fmla="*/ 130492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2"/>
                    <a:pt x="110490" y="304800"/>
                    <a:pt x="130492" y="304800"/>
                  </a:cubicBezTo>
                  <a:cubicBezTo>
                    <a:pt x="141922" y="303847"/>
                    <a:pt x="155257" y="300038"/>
                    <a:pt x="165735" y="295275"/>
                  </a:cubicBezTo>
                  <a:close/>
                </a:path>
              </a:pathLst>
            </a:custGeom>
            <a:grpFill/>
            <a:ln w="9525" cap="flat">
              <a:noFill/>
              <a:prstDash val="solid"/>
              <a:miter/>
            </a:ln>
          </p:spPr>
          <p:txBody>
            <a:bodyPr rtlCol="0" anchor="ctr"/>
            <a:lstStyle/>
            <a:p>
              <a:endParaRPr lang="de-DE"/>
            </a:p>
          </p:txBody>
        </p:sp>
      </p:gr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88739" y="301186"/>
            <a:ext cx="5133289" cy="276999"/>
          </a:xfrm>
          <a:prstGeom prst="rect">
            <a:avLst/>
          </a:prstGeom>
        </p:spPr>
        <p:txBody>
          <a:bodyPr vert="horz" wrap="square" lIns="0" tIns="0" rIns="0" bIns="0" rtlCol="0" anchor="t" anchorCtr="0">
            <a:spAutoFit/>
          </a:bodyPr>
          <a:lstStyle/>
          <a:p>
            <a:r>
              <a:rPr lang="de-DE" dirty="0"/>
              <a:t>Mastertitelformat bearbeiten</a:t>
            </a:r>
            <a:endParaRPr lang="de-DE" dirty="0"/>
          </a:p>
        </p:txBody>
      </p:sp>
      <p:sp>
        <p:nvSpPr>
          <p:cNvPr id="3" name="Textplatzhalter 2"/>
          <p:cNvSpPr>
            <a:spLocks noGrp="1"/>
          </p:cNvSpPr>
          <p:nvPr>
            <p:ph type="body" idx="1"/>
          </p:nvPr>
        </p:nvSpPr>
        <p:spPr>
          <a:xfrm>
            <a:off x="388739" y="1631156"/>
            <a:ext cx="8368308" cy="4569619"/>
          </a:xfrm>
          <a:prstGeom prst="rect">
            <a:avLst/>
          </a:prstGeom>
        </p:spPr>
        <p:txBody>
          <a:bodyPr vert="horz" lIns="0" tIns="0" rIns="360000" bIns="0" rtlCol="0" anchor="t" anchorCtr="0">
            <a:normAutofit/>
          </a:bodyPr>
          <a:lstStyle/>
          <a:p>
            <a:pPr lvl="0"/>
            <a:r>
              <a:rPr lang="de-DE" dirty="0"/>
              <a:t>Mastertextformat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a:p>
            <a:pPr lvl="5"/>
            <a:r>
              <a:rPr lang="de-DE" dirty="0"/>
              <a:t>Sechste Ebene</a:t>
            </a:r>
            <a:endParaRPr lang="de-DE" dirty="0"/>
          </a:p>
          <a:p>
            <a:pPr lvl="6"/>
            <a:r>
              <a:rPr lang="de-DE" dirty="0"/>
              <a:t>Siebte Ebene</a:t>
            </a:r>
            <a:endParaRPr lang="de-DE" dirty="0"/>
          </a:p>
          <a:p>
            <a:pPr lvl="7"/>
            <a:r>
              <a:rPr lang="de-DE" dirty="0"/>
              <a:t>Achte Ebene</a:t>
            </a:r>
            <a:endParaRPr lang="de-DE" dirty="0"/>
          </a:p>
          <a:p>
            <a:pPr lvl="8"/>
            <a:r>
              <a:rPr lang="de-DE" dirty="0"/>
              <a:t>Neunte Ebene</a:t>
            </a:r>
            <a:endParaRPr lang="de-DE" dirty="0"/>
          </a:p>
        </p:txBody>
      </p:sp>
      <p:sp>
        <p:nvSpPr>
          <p:cNvPr id="4" name="Datumsplatzhalter 3"/>
          <p:cNvSpPr>
            <a:spLocks noGrp="1"/>
          </p:cNvSpPr>
          <p:nvPr>
            <p:ph type="dt" sz="half" idx="2"/>
          </p:nvPr>
        </p:nvSpPr>
        <p:spPr>
          <a:xfrm>
            <a:off x="7800992" y="6634667"/>
            <a:ext cx="649217" cy="107722"/>
          </a:xfrm>
          <a:prstGeom prst="rect">
            <a:avLst/>
          </a:prstGeom>
        </p:spPr>
        <p:txBody>
          <a:bodyPr vert="horz" wrap="none" lIns="0" tIns="0" rIns="0" bIns="0" rtlCol="0" anchor="t" anchorCtr="0">
            <a:spAutoFit/>
          </a:bodyPr>
          <a:lstStyle>
            <a:lvl1pPr algn="r">
              <a:defRPr sz="700">
                <a:solidFill>
                  <a:schemeClr val="tx1"/>
                </a:solidFill>
              </a:defRPr>
            </a:lvl1pPr>
          </a:lstStyle>
          <a:p>
            <a:fld id="{B899ADC6-29D5-4134-ABED-436D87FF6E8A}" type="datetime4">
              <a:rPr lang="de-DE" smtClean="0"/>
            </a:fld>
            <a:endParaRPr lang="de-DE" dirty="0"/>
          </a:p>
        </p:txBody>
      </p:sp>
      <p:sp>
        <p:nvSpPr>
          <p:cNvPr id="5" name="Fußzeilenplatzhalter 4"/>
          <p:cNvSpPr>
            <a:spLocks noGrp="1"/>
          </p:cNvSpPr>
          <p:nvPr>
            <p:ph type="ftr" sz="quarter" idx="3"/>
          </p:nvPr>
        </p:nvSpPr>
        <p:spPr>
          <a:xfrm>
            <a:off x="388739" y="6634667"/>
            <a:ext cx="4102299" cy="107722"/>
          </a:xfrm>
          <a:prstGeom prst="rect">
            <a:avLst/>
          </a:prstGeom>
        </p:spPr>
        <p:txBody>
          <a:bodyPr vert="horz" wrap="square" lIns="0" tIns="0" rIns="0" bIns="0" rtlCol="0" anchor="t" anchorCtr="0">
            <a:spAutoFit/>
          </a:bodyPr>
          <a:lstStyle>
            <a:lvl1pPr algn="l">
              <a:defRPr sz="700">
                <a:solidFill>
                  <a:schemeClr val="tx1"/>
                </a:solidFill>
              </a:defRPr>
            </a:lvl1pPr>
          </a:lstStyle>
          <a:p>
            <a:r>
              <a:rPr lang="de-DE" dirty="0"/>
              <a:t>Fachbereich Rechtswissenschaft</a:t>
            </a:r>
            <a:endParaRPr lang="de-DE" dirty="0"/>
          </a:p>
        </p:txBody>
      </p:sp>
      <p:sp>
        <p:nvSpPr>
          <p:cNvPr id="6" name="Foliennummernplatzhalter 5"/>
          <p:cNvSpPr>
            <a:spLocks noGrp="1"/>
          </p:cNvSpPr>
          <p:nvPr>
            <p:ph type="sldNum" sz="quarter" idx="4"/>
          </p:nvPr>
        </p:nvSpPr>
        <p:spPr>
          <a:xfrm>
            <a:off x="8575907" y="6634667"/>
            <a:ext cx="181140" cy="107722"/>
          </a:xfrm>
          <a:prstGeom prst="rect">
            <a:avLst/>
          </a:prstGeom>
        </p:spPr>
        <p:txBody>
          <a:bodyPr vert="horz" wrap="none" lIns="0" tIns="0" rIns="0" bIns="0" rtlCol="0" anchor="t" anchorCtr="0">
            <a:spAutoFit/>
          </a:bodyPr>
          <a:lstStyle>
            <a:lvl1pPr algn="r">
              <a:defRPr sz="700">
                <a:solidFill>
                  <a:schemeClr val="tx1"/>
                </a:solidFill>
              </a:defRPr>
            </a:lvl1pPr>
          </a:lstStyle>
          <a:p>
            <a:fld id="{D949F9DF-37BD-4CD6-BF49-65BA579E1D7A}" type="slidenum">
              <a:rPr lang="de-DE" smtClean="0"/>
            </a:fld>
            <a:endParaRPr lang="de-DE"/>
          </a:p>
        </p:txBody>
      </p:sp>
      <p:sp>
        <p:nvSpPr>
          <p:cNvPr id="7" name="Rechteck 6"/>
          <p:cNvSpPr/>
          <p:nvPr userDrawn="1"/>
        </p:nvSpPr>
        <p:spPr>
          <a:xfrm>
            <a:off x="388800" y="1196733"/>
            <a:ext cx="8757047" cy="7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9" name="Rechteck 8"/>
          <p:cNvSpPr/>
          <p:nvPr userDrawn="1"/>
        </p:nvSpPr>
        <p:spPr>
          <a:xfrm>
            <a:off x="387900" y="6538526"/>
            <a:ext cx="8756100" cy="10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grpSp>
        <p:nvGrpSpPr>
          <p:cNvPr id="13" name="Gruppieren 12"/>
          <p:cNvGrpSpPr/>
          <p:nvPr userDrawn="1"/>
        </p:nvGrpSpPr>
        <p:grpSpPr>
          <a:xfrm>
            <a:off x="-292893" y="160153"/>
            <a:ext cx="250031" cy="136812"/>
            <a:chOff x="-133350" y="2711163"/>
            <a:chExt cx="333375" cy="136812"/>
          </a:xfrm>
        </p:grpSpPr>
        <p:cxnSp>
          <p:nvCxnSpPr>
            <p:cNvPr id="10" name="Gerader Verbinder 9"/>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95973"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15" name="Gruppieren 14"/>
          <p:cNvGrpSpPr/>
          <p:nvPr userDrawn="1"/>
        </p:nvGrpSpPr>
        <p:grpSpPr>
          <a:xfrm>
            <a:off x="-292893" y="1131703"/>
            <a:ext cx="250031" cy="136812"/>
            <a:chOff x="-133350" y="2711163"/>
            <a:chExt cx="333375" cy="136812"/>
          </a:xfrm>
        </p:grpSpPr>
        <p:cxnSp>
          <p:nvCxnSpPr>
            <p:cNvPr id="16" name="Gerader Verbinder 15"/>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06,00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18" name="Gruppieren 17"/>
          <p:cNvGrpSpPr/>
          <p:nvPr userDrawn="1"/>
        </p:nvGrpSpPr>
        <p:grpSpPr>
          <a:xfrm>
            <a:off x="-292893" y="1491963"/>
            <a:ext cx="250031" cy="136812"/>
            <a:chOff x="-133350" y="2711163"/>
            <a:chExt cx="333375" cy="136812"/>
          </a:xfrm>
        </p:grpSpPr>
        <p:cxnSp>
          <p:nvCxnSpPr>
            <p:cNvPr id="19" name="Gerader Verbinder 18"/>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05,00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21" name="Gruppieren 20"/>
          <p:cNvGrpSpPr/>
          <p:nvPr userDrawn="1"/>
        </p:nvGrpSpPr>
        <p:grpSpPr>
          <a:xfrm>
            <a:off x="-292893" y="3292188"/>
            <a:ext cx="250031" cy="136812"/>
            <a:chOff x="-133350" y="2711163"/>
            <a:chExt cx="333375" cy="136812"/>
          </a:xfrm>
        </p:grpSpPr>
        <p:cxnSp>
          <p:nvCxnSpPr>
            <p:cNvPr id="22" name="Gerader Verbinder 21"/>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p:cNvSpPr txBox="1"/>
            <p:nvPr userDrawn="1"/>
          </p:nvSpPr>
          <p:spPr>
            <a:xfrm>
              <a:off x="-95971"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00,00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24" name="Gruppieren 23"/>
          <p:cNvGrpSpPr/>
          <p:nvPr userDrawn="1"/>
        </p:nvGrpSpPr>
        <p:grpSpPr>
          <a:xfrm>
            <a:off x="-292893" y="6063963"/>
            <a:ext cx="250031" cy="136812"/>
            <a:chOff x="-133350" y="2711163"/>
            <a:chExt cx="333375" cy="136812"/>
          </a:xfrm>
        </p:grpSpPr>
        <p:cxnSp>
          <p:nvCxnSpPr>
            <p:cNvPr id="25" name="Gerader Verbinder 24"/>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p:cNvSpPr txBox="1"/>
            <p:nvPr userDrawn="1"/>
          </p:nvSpPr>
          <p:spPr>
            <a:xfrm>
              <a:off x="-95970"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07,70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27" name="Gruppieren 26"/>
          <p:cNvGrpSpPr/>
          <p:nvPr userDrawn="1"/>
        </p:nvGrpSpPr>
        <p:grpSpPr>
          <a:xfrm>
            <a:off x="-292893" y="6495763"/>
            <a:ext cx="250031" cy="136812"/>
            <a:chOff x="-133350" y="2711163"/>
            <a:chExt cx="333375" cy="136812"/>
          </a:xfrm>
        </p:grpSpPr>
        <p:cxnSp>
          <p:nvCxnSpPr>
            <p:cNvPr id="28" name="Gerader Verbinder 27"/>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p:cNvSpPr txBox="1"/>
            <p:nvPr userDrawn="1"/>
          </p:nvSpPr>
          <p:spPr>
            <a:xfrm>
              <a:off x="-95969" y="2711163"/>
              <a:ext cx="258619" cy="93680"/>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08,90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30" name="Gruppieren 29"/>
          <p:cNvGrpSpPr/>
          <p:nvPr userDrawn="1"/>
        </p:nvGrpSpPr>
        <p:grpSpPr>
          <a:xfrm rot="16200000">
            <a:off x="169567" y="-282035"/>
            <a:ext cx="333375" cy="102606"/>
            <a:chOff x="-133350" y="2711167"/>
            <a:chExt cx="333375" cy="136808"/>
          </a:xfrm>
        </p:grpSpPr>
        <p:cxnSp>
          <p:nvCxnSpPr>
            <p:cNvPr id="31" name="Gerader Verbinder 30"/>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p:cNvSpPr txBox="1"/>
            <p:nvPr userDrawn="1"/>
          </p:nvSpPr>
          <p:spPr>
            <a:xfrm>
              <a:off x="-63646" y="2711167"/>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33" name="Gruppieren 32"/>
          <p:cNvGrpSpPr/>
          <p:nvPr userDrawn="1"/>
        </p:nvGrpSpPr>
        <p:grpSpPr>
          <a:xfrm rot="16200000">
            <a:off x="4273057" y="-282036"/>
            <a:ext cx="333375" cy="102603"/>
            <a:chOff x="-133350" y="2711171"/>
            <a:chExt cx="333375" cy="136804"/>
          </a:xfrm>
        </p:grpSpPr>
        <p:cxnSp>
          <p:nvCxnSpPr>
            <p:cNvPr id="34" name="Gerader Verbinder 33"/>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Textfeld 34"/>
            <p:cNvSpPr txBox="1"/>
            <p:nvPr userDrawn="1"/>
          </p:nvSpPr>
          <p:spPr>
            <a:xfrm>
              <a:off x="-63643" y="271117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grpSp>
        <p:nvGrpSpPr>
          <p:cNvPr id="14" name="Gruppieren 13"/>
          <p:cNvGrpSpPr/>
          <p:nvPr userDrawn="1"/>
        </p:nvGrpSpPr>
        <p:grpSpPr>
          <a:xfrm>
            <a:off x="4652949" y="-397424"/>
            <a:ext cx="93680" cy="333375"/>
            <a:chOff x="6416679" y="-397424"/>
            <a:chExt cx="124907" cy="333375"/>
          </a:xfrm>
        </p:grpSpPr>
        <p:cxnSp>
          <p:nvCxnSpPr>
            <p:cNvPr id="37" name="Gerader Verbinder 36"/>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Textfeld 37"/>
            <p:cNvSpPr txBox="1"/>
            <p:nvPr userDrawn="1"/>
          </p:nvSpPr>
          <p:spPr>
            <a:xfrm rot="16200000">
              <a:off x="6382151" y="-293191"/>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00,30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cxnSp>
        <p:nvCxnSpPr>
          <p:cNvPr id="40" name="Gerader Verbinder 39"/>
          <p:cNvCxnSpPr/>
          <p:nvPr userDrawn="1"/>
        </p:nvCxnSpPr>
        <p:spPr>
          <a:xfrm rot="16200000">
            <a:off x="4405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41" name="Gruppieren 40"/>
          <p:cNvGrpSpPr/>
          <p:nvPr userDrawn="1"/>
        </p:nvGrpSpPr>
        <p:grpSpPr>
          <a:xfrm rot="16200000">
            <a:off x="8543829" y="-282039"/>
            <a:ext cx="333375" cy="102600"/>
            <a:chOff x="-133350" y="2711175"/>
            <a:chExt cx="333375" cy="136800"/>
          </a:xfrm>
        </p:grpSpPr>
        <p:cxnSp>
          <p:nvCxnSpPr>
            <p:cNvPr id="42" name="Gerader Verbinder 41"/>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Textfeld 42"/>
            <p:cNvSpPr txBox="1"/>
            <p:nvPr userDrawn="1"/>
          </p:nvSpPr>
          <p:spPr>
            <a:xfrm>
              <a:off x="-63640" y="2711175"/>
              <a:ext cx="193964" cy="124907"/>
            </a:xfrm>
            <a:prstGeom prst="rect">
              <a:avLst/>
            </a:prstGeom>
            <a:noFill/>
          </p:spPr>
          <p:txBody>
            <a:bodyPr wrap="none" lIns="0" tIns="0" rIns="0" bIns="0" rtlCol="0">
              <a:spAutoFit/>
            </a:bodyPr>
            <a:lstStyle/>
            <a:p>
              <a:pPr marL="0" marR="0" indent="0" algn="ctr" defTabSz="685800" rtl="0" eaLnBrk="1" fontAlgn="auto" latinLnBrk="0" hangingPunct="1">
                <a:lnSpc>
                  <a:spcPct val="110000"/>
                </a:lnSpc>
                <a:spcBef>
                  <a:spcPts val="0"/>
                </a:spcBef>
                <a:spcAft>
                  <a:spcPts val="900"/>
                </a:spcAft>
                <a:buClrTx/>
                <a:buSzTx/>
                <a:buFont typeface="Arial" panose="020B0604020202090204" pitchFamily="34" charset="0"/>
                <a:buNone/>
              </a:pPr>
              <a:r>
                <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rPr>
                <a:t>15,50</a:t>
              </a:r>
              <a:endParaRPr kumimoji="0" lang="de-DE" sz="600" b="0" i="0" u="none" strike="noStrike" kern="1200" cap="none" spc="0" normalizeH="0" baseline="0" noProof="0" dirty="0">
                <a:ln>
                  <a:noFill/>
                </a:ln>
                <a:solidFill>
                  <a:schemeClr val="accent6"/>
                </a:solidFill>
                <a:effectLst/>
                <a:uLnTx/>
                <a:uFillTx/>
                <a:latin typeface="Arial" panose="020B0604020202090204"/>
                <a:ea typeface="+mn-ea"/>
                <a:cs typeface="+mn-cs"/>
              </a:endParaRPr>
            </a:p>
          </p:txBody>
        </p:sp>
      </p:grpSp>
      <p:sp>
        <p:nvSpPr>
          <p:cNvPr id="44" name="Freihandform: Form 43"/>
          <p:cNvSpPr>
            <a:spLocks noChangeAspect="1"/>
          </p:cNvSpPr>
          <p:nvPr userDrawn="1"/>
        </p:nvSpPr>
        <p:spPr>
          <a:xfrm>
            <a:off x="7673724" y="296770"/>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de-DE" sz="1800" b="0" i="0" u="none" strike="noStrike" kern="0" cap="none" spc="0" normalizeH="0" baseline="0" noProof="0">
              <a:ln>
                <a:noFill/>
              </a:ln>
              <a:solidFill>
                <a:prstClr val="black"/>
              </a:solidFill>
              <a:effectLst/>
              <a:uLnTx/>
              <a:uFillTx/>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p:txStyles>
    <p:titleStyle>
      <a:lvl1pPr algn="l" defTabSz="685800" rtl="0" eaLnBrk="1" latinLnBrk="0" hangingPunct="1">
        <a:lnSpc>
          <a:spcPct val="90000"/>
        </a:lnSpc>
        <a:spcBef>
          <a:spcPct val="0"/>
        </a:spcBef>
        <a:buNone/>
        <a:defRPr sz="2000" b="1" kern="1200">
          <a:solidFill>
            <a:srgbClr val="041E42"/>
          </a:solidFill>
          <a:latin typeface="+mj-lt"/>
          <a:ea typeface="+mj-ea"/>
          <a:cs typeface="+mj-cs"/>
        </a:defRPr>
      </a:lvl1pPr>
    </p:titleStyle>
    <p:bodyStyle>
      <a:lvl1pPr marL="0" indent="0" algn="l" defTabSz="685800" rtl="0" eaLnBrk="1" latinLnBrk="0" hangingPunct="1">
        <a:lnSpc>
          <a:spcPct val="110000"/>
        </a:lnSpc>
        <a:spcBef>
          <a:spcPts val="0"/>
        </a:spcBef>
        <a:spcAft>
          <a:spcPts val="800"/>
        </a:spcAft>
        <a:buFont typeface="Arial" panose="020B0604020202090204" pitchFamily="34" charset="0"/>
        <a:buNone/>
        <a:defRPr sz="1400" kern="1200">
          <a:solidFill>
            <a:schemeClr val="tx1"/>
          </a:solidFill>
          <a:latin typeface="+mn-lt"/>
          <a:ea typeface="+mn-ea"/>
          <a:cs typeface="+mn-cs"/>
        </a:defRPr>
      </a:lvl1pPr>
      <a:lvl2pPr marL="179705" indent="-179705"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400" kern="1200">
          <a:solidFill>
            <a:schemeClr val="tx1"/>
          </a:solidFill>
          <a:latin typeface="+mn-lt"/>
          <a:ea typeface="+mn-ea"/>
          <a:cs typeface="+mn-cs"/>
        </a:defRPr>
      </a:lvl2pPr>
      <a:lvl3pPr marL="360045" indent="-179705"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100" kern="1200">
          <a:solidFill>
            <a:schemeClr val="tx1"/>
          </a:solidFill>
          <a:latin typeface="+mn-lt"/>
          <a:ea typeface="+mn-ea"/>
          <a:cs typeface="+mn-cs"/>
        </a:defRPr>
      </a:lvl3pPr>
      <a:lvl4pPr marL="539750" indent="-179705"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100" kern="1200">
          <a:solidFill>
            <a:schemeClr val="tx1"/>
          </a:solidFill>
          <a:latin typeface="+mn-lt"/>
          <a:ea typeface="+mn-ea"/>
          <a:cs typeface="+mn-cs"/>
        </a:defRPr>
      </a:lvl4pPr>
      <a:lvl5pPr marL="720090" indent="-179705"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000" kern="1200">
          <a:solidFill>
            <a:schemeClr val="tx1"/>
          </a:solidFill>
          <a:latin typeface="+mn-lt"/>
          <a:ea typeface="+mn-ea"/>
          <a:cs typeface="+mn-cs"/>
        </a:defRPr>
      </a:lvl5pPr>
      <a:lvl6pPr marL="899795" indent="-179705"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000" kern="1200">
          <a:solidFill>
            <a:schemeClr val="tx1"/>
          </a:solidFill>
          <a:latin typeface="+mn-lt"/>
          <a:ea typeface="+mn-ea"/>
          <a:cs typeface="+mn-cs"/>
        </a:defRPr>
      </a:lvl6pPr>
      <a:lvl7pPr marL="1080135" indent="-179705"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000" kern="1200">
          <a:solidFill>
            <a:schemeClr val="tx1"/>
          </a:solidFill>
          <a:latin typeface="+mn-lt"/>
          <a:ea typeface="+mn-ea"/>
          <a:cs typeface="+mn-cs"/>
        </a:defRPr>
      </a:lvl7pPr>
      <a:lvl8pPr marL="1259840" indent="-179705"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000" kern="1200">
          <a:solidFill>
            <a:schemeClr val="tx1"/>
          </a:solidFill>
          <a:latin typeface="+mn-lt"/>
          <a:ea typeface="+mn-ea"/>
          <a:cs typeface="+mn-cs"/>
        </a:defRPr>
      </a:lvl8pPr>
      <a:lvl9pPr marL="1440180" indent="-179705" algn="l" defTabSz="685800" rtl="0" eaLnBrk="1" latinLnBrk="0" hangingPunct="1">
        <a:lnSpc>
          <a:spcPct val="110000"/>
        </a:lnSpc>
        <a:spcBef>
          <a:spcPts val="0"/>
        </a:spcBef>
        <a:spcAft>
          <a:spcPts val="800"/>
        </a:spcAft>
        <a:buClr>
          <a:schemeClr val="accent4"/>
        </a:buClr>
        <a:buFont typeface="Symbol" panose="05050102010706020507" pitchFamily="18" charset="2"/>
        <a:buChar char="-"/>
        <a:defRPr sz="10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chart" Target="../charts/char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chart" Target="../charts/char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hart" Target="../charts/chart4.xml"/><Relationship Id="rId1" Type="http://schemas.openxmlformats.org/officeDocument/2006/relationships/chart" Target="../charts/chart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chart" Target="../charts/chart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chart" Target="../charts/char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Bildplatzhalter 10"/>
          <p:cNvPicPr>
            <a:picLocks noGrp="1" noChangeAspect="1"/>
          </p:cNvPicPr>
          <p:nvPr>
            <p:ph type="pic" sz="quarter" idx="10"/>
          </p:nvPr>
        </p:nvPicPr>
        <p:blipFill rotWithShape="1">
          <a:blip r:embed="rId1">
            <a:extLst>
              <a:ext uri="{28A0092B-C50C-407E-A947-70E740481C1C}">
                <a14:useLocalDpi xmlns:a14="http://schemas.microsoft.com/office/drawing/2010/main" val="0"/>
              </a:ext>
            </a:extLst>
          </a:blip>
          <a:srcRect l="653" t="20300" r="20954"/>
          <a:stretch>
            <a:fillRect/>
          </a:stretch>
        </p:blipFill>
        <p:spPr>
          <a:xfrm>
            <a:off x="0" y="1628775"/>
            <a:ext cx="9144000" cy="5229226"/>
          </a:xfrm>
        </p:spPr>
      </p:pic>
      <p:sp>
        <p:nvSpPr>
          <p:cNvPr id="7" name="Textplatzhalter 6"/>
          <p:cNvSpPr>
            <a:spLocks noGrp="1"/>
          </p:cNvSpPr>
          <p:nvPr>
            <p:ph type="body" sz="quarter" idx="11"/>
          </p:nvPr>
        </p:nvSpPr>
        <p:spPr/>
        <p:txBody>
          <a:bodyPr/>
          <a:lstStyle/>
          <a:p>
            <a:endParaRPr lang="de-DE"/>
          </a:p>
        </p:txBody>
      </p:sp>
      <p:sp>
        <p:nvSpPr>
          <p:cNvPr id="4" name="Titel 3"/>
          <p:cNvSpPr>
            <a:spLocks noGrp="1"/>
          </p:cNvSpPr>
          <p:nvPr>
            <p:ph type="title"/>
          </p:nvPr>
        </p:nvSpPr>
        <p:spPr>
          <a:xfrm>
            <a:off x="390123" y="3042516"/>
            <a:ext cx="3732625" cy="772969"/>
          </a:xfrm>
        </p:spPr>
        <p:txBody>
          <a:bodyPr/>
          <a:lstStyle/>
          <a:p>
            <a:r>
              <a:rPr lang="de-DE" dirty="0"/>
              <a:t>Willkommen</a:t>
            </a:r>
            <a:endParaRPr lang="de-D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a:xfrm>
            <a:off x="7800992" y="6634667"/>
            <a:ext cx="649217" cy="107722"/>
          </a:xfrm>
        </p:spPr>
        <p:txBody>
          <a:bodyPr/>
          <a:lstStyle/>
          <a:p>
            <a:fld id="{2923E1A2-E565-400A-9956-67458A0C3AAE}" type="datetime4">
              <a:rPr lang="de-DE" smtClean="0"/>
            </a:fld>
            <a:endParaRPr lang="de-DE" dirty="0"/>
          </a:p>
        </p:txBody>
      </p:sp>
      <p:sp>
        <p:nvSpPr>
          <p:cNvPr id="3" name="Fußzeilenplatzhalter 2"/>
          <p:cNvSpPr>
            <a:spLocks noGrp="1"/>
          </p:cNvSpPr>
          <p:nvPr>
            <p:ph type="ftr" sz="quarter" idx="11"/>
          </p:nvPr>
        </p:nvSpPr>
        <p:spPr>
          <a:xfrm>
            <a:off x="388739" y="6634667"/>
            <a:ext cx="4102299" cy="107722"/>
          </a:xfrm>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a:xfrm>
            <a:off x="8575907" y="6634667"/>
            <a:ext cx="181140" cy="107722"/>
          </a:xfrm>
        </p:spPr>
        <p:txBody>
          <a:bodyPr/>
          <a:lstStyle/>
          <a:p>
            <a:fld id="{D949F9DF-37BD-4CD6-BF49-65BA579E1D7A}" type="slidenum">
              <a:rPr lang="de-DE" smtClean="0"/>
            </a:fld>
            <a:endParaRPr lang="de-DE"/>
          </a:p>
        </p:txBody>
      </p:sp>
      <p:sp>
        <p:nvSpPr>
          <p:cNvPr id="5" name="Textplatzhalter 4"/>
          <p:cNvSpPr>
            <a:spLocks noGrp="1"/>
          </p:cNvSpPr>
          <p:nvPr>
            <p:ph type="body" sz="quarter" idx="15"/>
          </p:nvPr>
        </p:nvSpPr>
        <p:spPr>
          <a:xfrm>
            <a:off x="711045" y="2354712"/>
            <a:ext cx="3779992" cy="218586"/>
          </a:xfrm>
        </p:spPr>
        <p:txBody>
          <a:bodyPr/>
          <a:lstStyle/>
          <a:p>
            <a:r>
              <a:rPr lang="de-DE"/>
              <a:t>Agendapunkt / Kapitelthema</a:t>
            </a:r>
            <a:endParaRPr lang="de-DE" dirty="0"/>
          </a:p>
        </p:txBody>
      </p:sp>
      <p:sp>
        <p:nvSpPr>
          <p:cNvPr id="6" name="Textplatzhalter 5"/>
          <p:cNvSpPr>
            <a:spLocks noGrp="1"/>
          </p:cNvSpPr>
          <p:nvPr>
            <p:ph type="body" sz="quarter" idx="16"/>
          </p:nvPr>
        </p:nvSpPr>
        <p:spPr>
          <a:xfrm>
            <a:off x="388739" y="2354712"/>
            <a:ext cx="248466" cy="218586"/>
          </a:xfrm>
        </p:spPr>
        <p:txBody>
          <a:bodyPr/>
          <a:lstStyle/>
          <a:p>
            <a:r>
              <a:rPr lang="de-DE" dirty="0"/>
              <a:t>02</a:t>
            </a:r>
            <a:endParaRPr lang="de-DE" dirty="0"/>
          </a:p>
        </p:txBody>
      </p:sp>
      <p:sp>
        <p:nvSpPr>
          <p:cNvPr id="7" name="Textplatzhalter 6"/>
          <p:cNvSpPr>
            <a:spLocks noGrp="1"/>
          </p:cNvSpPr>
          <p:nvPr>
            <p:ph type="body" sz="quarter" idx="17"/>
          </p:nvPr>
        </p:nvSpPr>
        <p:spPr>
          <a:xfrm>
            <a:off x="711045" y="4525377"/>
            <a:ext cx="3779992" cy="218586"/>
          </a:xfrm>
        </p:spPr>
        <p:txBody>
          <a:bodyPr/>
          <a:lstStyle/>
          <a:p>
            <a:r>
              <a:rPr lang="de-DE"/>
              <a:t>Agendapunkt / Kapitelthema</a:t>
            </a:r>
            <a:endParaRPr lang="de-DE" dirty="0"/>
          </a:p>
        </p:txBody>
      </p:sp>
      <p:sp>
        <p:nvSpPr>
          <p:cNvPr id="8" name="Textplatzhalter 7"/>
          <p:cNvSpPr>
            <a:spLocks noGrp="1"/>
          </p:cNvSpPr>
          <p:nvPr>
            <p:ph type="body" sz="quarter" idx="18"/>
          </p:nvPr>
        </p:nvSpPr>
        <p:spPr>
          <a:xfrm>
            <a:off x="388739" y="4525377"/>
            <a:ext cx="248466" cy="218586"/>
          </a:xfrm>
        </p:spPr>
        <p:txBody>
          <a:bodyPr/>
          <a:lstStyle/>
          <a:p>
            <a:r>
              <a:rPr lang="de-DE" dirty="0"/>
              <a:t>05</a:t>
            </a:r>
            <a:endParaRPr lang="de-DE" dirty="0"/>
          </a:p>
        </p:txBody>
      </p:sp>
      <p:sp>
        <p:nvSpPr>
          <p:cNvPr id="9" name="Textplatzhalter 8"/>
          <p:cNvSpPr>
            <a:spLocks noGrp="1"/>
          </p:cNvSpPr>
          <p:nvPr>
            <p:ph type="body" sz="quarter" idx="19"/>
          </p:nvPr>
        </p:nvSpPr>
        <p:spPr>
          <a:xfrm>
            <a:off x="711045" y="3078267"/>
            <a:ext cx="3779992" cy="218586"/>
          </a:xfrm>
        </p:spPr>
        <p:txBody>
          <a:bodyPr/>
          <a:lstStyle/>
          <a:p>
            <a:r>
              <a:rPr lang="de-DE"/>
              <a:t>Agendapunkt / Kapitelthema</a:t>
            </a:r>
            <a:endParaRPr lang="de-DE" dirty="0"/>
          </a:p>
        </p:txBody>
      </p:sp>
      <p:sp>
        <p:nvSpPr>
          <p:cNvPr id="10" name="Textplatzhalter 9"/>
          <p:cNvSpPr>
            <a:spLocks noGrp="1"/>
          </p:cNvSpPr>
          <p:nvPr>
            <p:ph type="body" sz="quarter" idx="20"/>
          </p:nvPr>
        </p:nvSpPr>
        <p:spPr>
          <a:xfrm>
            <a:off x="388739" y="3078267"/>
            <a:ext cx="248466" cy="218586"/>
          </a:xfrm>
        </p:spPr>
        <p:txBody>
          <a:bodyPr/>
          <a:lstStyle/>
          <a:p>
            <a:r>
              <a:rPr lang="de-DE" dirty="0"/>
              <a:t>03</a:t>
            </a:r>
            <a:endParaRPr lang="de-DE" dirty="0"/>
          </a:p>
        </p:txBody>
      </p:sp>
      <p:sp>
        <p:nvSpPr>
          <p:cNvPr id="11" name="Textplatzhalter 10"/>
          <p:cNvSpPr>
            <a:spLocks noGrp="1"/>
          </p:cNvSpPr>
          <p:nvPr>
            <p:ph type="body" sz="quarter" idx="21"/>
          </p:nvPr>
        </p:nvSpPr>
        <p:spPr>
          <a:xfrm>
            <a:off x="711045" y="3801822"/>
            <a:ext cx="3779992" cy="218586"/>
          </a:xfrm>
        </p:spPr>
        <p:txBody>
          <a:bodyPr/>
          <a:lstStyle/>
          <a:p>
            <a:r>
              <a:rPr lang="de-DE"/>
              <a:t>Agendapunkt / Kapitelthema</a:t>
            </a:r>
            <a:endParaRPr lang="de-DE" dirty="0"/>
          </a:p>
        </p:txBody>
      </p:sp>
      <p:sp>
        <p:nvSpPr>
          <p:cNvPr id="12" name="Textplatzhalter 11"/>
          <p:cNvSpPr>
            <a:spLocks noGrp="1"/>
          </p:cNvSpPr>
          <p:nvPr>
            <p:ph type="body" sz="quarter" idx="22"/>
          </p:nvPr>
        </p:nvSpPr>
        <p:spPr>
          <a:xfrm>
            <a:off x="388739" y="3801822"/>
            <a:ext cx="248466" cy="218586"/>
          </a:xfrm>
        </p:spPr>
        <p:txBody>
          <a:bodyPr/>
          <a:lstStyle/>
          <a:p>
            <a:r>
              <a:rPr lang="de-DE" dirty="0"/>
              <a:t>04</a:t>
            </a:r>
            <a:endParaRPr lang="de-DE" dirty="0"/>
          </a:p>
        </p:txBody>
      </p:sp>
      <p:sp>
        <p:nvSpPr>
          <p:cNvPr id="13" name="Textplatzhalter 12"/>
          <p:cNvSpPr>
            <a:spLocks noGrp="1"/>
          </p:cNvSpPr>
          <p:nvPr>
            <p:ph type="body" sz="quarter" idx="23"/>
          </p:nvPr>
        </p:nvSpPr>
        <p:spPr>
          <a:xfrm>
            <a:off x="711045" y="5248931"/>
            <a:ext cx="3779992" cy="218586"/>
          </a:xfrm>
        </p:spPr>
        <p:txBody>
          <a:bodyPr/>
          <a:lstStyle/>
          <a:p>
            <a:r>
              <a:rPr lang="de-DE"/>
              <a:t>Agendapunkt / Kapitelthema</a:t>
            </a:r>
            <a:endParaRPr lang="de-DE" dirty="0"/>
          </a:p>
        </p:txBody>
      </p:sp>
      <p:sp>
        <p:nvSpPr>
          <p:cNvPr id="14" name="Textplatzhalter 13"/>
          <p:cNvSpPr>
            <a:spLocks noGrp="1"/>
          </p:cNvSpPr>
          <p:nvPr>
            <p:ph type="body" sz="quarter" idx="24"/>
          </p:nvPr>
        </p:nvSpPr>
        <p:spPr>
          <a:xfrm>
            <a:off x="388739" y="5248931"/>
            <a:ext cx="248466" cy="218586"/>
          </a:xfrm>
        </p:spPr>
        <p:txBody>
          <a:bodyPr/>
          <a:lstStyle/>
          <a:p>
            <a:r>
              <a:rPr lang="de-DE" dirty="0"/>
              <a:t>06</a:t>
            </a:r>
            <a:endParaRPr lang="de-DE" dirty="0"/>
          </a:p>
        </p:txBody>
      </p:sp>
      <p:sp>
        <p:nvSpPr>
          <p:cNvPr id="15" name="Textplatzhalter 14"/>
          <p:cNvSpPr>
            <a:spLocks noGrp="1"/>
          </p:cNvSpPr>
          <p:nvPr>
            <p:ph type="body" sz="quarter" idx="25"/>
          </p:nvPr>
        </p:nvSpPr>
        <p:spPr>
          <a:xfrm>
            <a:off x="4977143" y="1632185"/>
            <a:ext cx="3779905" cy="218586"/>
          </a:xfrm>
        </p:spPr>
        <p:txBody>
          <a:bodyPr/>
          <a:lstStyle/>
          <a:p>
            <a:r>
              <a:rPr lang="de-DE"/>
              <a:t>Agendapunkt / Kapitelthema</a:t>
            </a:r>
            <a:endParaRPr lang="de-DE" dirty="0"/>
          </a:p>
        </p:txBody>
      </p:sp>
      <p:sp>
        <p:nvSpPr>
          <p:cNvPr id="16" name="Textplatzhalter 15"/>
          <p:cNvSpPr>
            <a:spLocks noGrp="1"/>
          </p:cNvSpPr>
          <p:nvPr>
            <p:ph type="body" sz="quarter" idx="26"/>
          </p:nvPr>
        </p:nvSpPr>
        <p:spPr>
          <a:xfrm>
            <a:off x="4654749" y="1632185"/>
            <a:ext cx="248466" cy="218586"/>
          </a:xfrm>
        </p:spPr>
        <p:txBody>
          <a:bodyPr/>
          <a:lstStyle/>
          <a:p>
            <a:r>
              <a:rPr lang="de-DE" dirty="0"/>
              <a:t>07</a:t>
            </a:r>
            <a:endParaRPr lang="de-DE" dirty="0"/>
          </a:p>
        </p:txBody>
      </p:sp>
      <p:sp>
        <p:nvSpPr>
          <p:cNvPr id="17" name="Textplatzhalter 16"/>
          <p:cNvSpPr>
            <a:spLocks noGrp="1"/>
          </p:cNvSpPr>
          <p:nvPr>
            <p:ph type="body" sz="quarter" idx="27"/>
          </p:nvPr>
        </p:nvSpPr>
        <p:spPr>
          <a:xfrm>
            <a:off x="4977143" y="2355534"/>
            <a:ext cx="3779905" cy="218586"/>
          </a:xfrm>
        </p:spPr>
        <p:txBody>
          <a:bodyPr/>
          <a:lstStyle/>
          <a:p>
            <a:r>
              <a:rPr lang="de-DE"/>
              <a:t>Agendapunkt / Kapitelthema</a:t>
            </a:r>
            <a:endParaRPr lang="de-DE" dirty="0"/>
          </a:p>
        </p:txBody>
      </p:sp>
      <p:sp>
        <p:nvSpPr>
          <p:cNvPr id="18" name="Textplatzhalter 17"/>
          <p:cNvSpPr>
            <a:spLocks noGrp="1"/>
          </p:cNvSpPr>
          <p:nvPr>
            <p:ph type="body" sz="quarter" idx="28"/>
          </p:nvPr>
        </p:nvSpPr>
        <p:spPr>
          <a:xfrm>
            <a:off x="4654749" y="2355534"/>
            <a:ext cx="248466" cy="218586"/>
          </a:xfrm>
        </p:spPr>
        <p:txBody>
          <a:bodyPr/>
          <a:lstStyle/>
          <a:p>
            <a:r>
              <a:rPr lang="de-DE" dirty="0"/>
              <a:t>08</a:t>
            </a:r>
            <a:endParaRPr lang="de-DE" dirty="0"/>
          </a:p>
        </p:txBody>
      </p:sp>
      <p:sp>
        <p:nvSpPr>
          <p:cNvPr id="19" name="Textplatzhalter 18"/>
          <p:cNvSpPr>
            <a:spLocks noGrp="1"/>
          </p:cNvSpPr>
          <p:nvPr>
            <p:ph type="body" sz="quarter" idx="29"/>
          </p:nvPr>
        </p:nvSpPr>
        <p:spPr>
          <a:xfrm>
            <a:off x="4977143" y="4525581"/>
            <a:ext cx="3779905" cy="218586"/>
          </a:xfrm>
        </p:spPr>
        <p:txBody>
          <a:bodyPr/>
          <a:lstStyle/>
          <a:p>
            <a:r>
              <a:rPr lang="de-DE"/>
              <a:t>Agendapunkt / Kapitelthema</a:t>
            </a:r>
            <a:endParaRPr lang="de-DE" dirty="0"/>
          </a:p>
        </p:txBody>
      </p:sp>
      <p:sp>
        <p:nvSpPr>
          <p:cNvPr id="20" name="Textplatzhalter 19"/>
          <p:cNvSpPr>
            <a:spLocks noGrp="1"/>
          </p:cNvSpPr>
          <p:nvPr>
            <p:ph type="body" sz="quarter" idx="30"/>
          </p:nvPr>
        </p:nvSpPr>
        <p:spPr>
          <a:xfrm>
            <a:off x="4654749" y="4525581"/>
            <a:ext cx="238591" cy="218586"/>
          </a:xfrm>
        </p:spPr>
        <p:txBody>
          <a:bodyPr/>
          <a:lstStyle/>
          <a:p>
            <a:r>
              <a:rPr lang="de-DE" dirty="0"/>
              <a:t>11</a:t>
            </a:r>
            <a:endParaRPr lang="de-DE" dirty="0"/>
          </a:p>
        </p:txBody>
      </p:sp>
      <p:sp>
        <p:nvSpPr>
          <p:cNvPr id="21" name="Textplatzhalter 20"/>
          <p:cNvSpPr>
            <a:spLocks noGrp="1"/>
          </p:cNvSpPr>
          <p:nvPr>
            <p:ph type="body" sz="quarter" idx="31"/>
          </p:nvPr>
        </p:nvSpPr>
        <p:spPr>
          <a:xfrm>
            <a:off x="4977143" y="3078883"/>
            <a:ext cx="3779905" cy="218586"/>
          </a:xfrm>
        </p:spPr>
        <p:txBody>
          <a:bodyPr/>
          <a:lstStyle/>
          <a:p>
            <a:r>
              <a:rPr lang="de-DE"/>
              <a:t>Agendapunkt / Kapitelthema</a:t>
            </a:r>
            <a:endParaRPr lang="de-DE" dirty="0"/>
          </a:p>
        </p:txBody>
      </p:sp>
      <p:sp>
        <p:nvSpPr>
          <p:cNvPr id="22" name="Textplatzhalter 21"/>
          <p:cNvSpPr>
            <a:spLocks noGrp="1"/>
          </p:cNvSpPr>
          <p:nvPr>
            <p:ph type="body" sz="quarter" idx="32"/>
          </p:nvPr>
        </p:nvSpPr>
        <p:spPr>
          <a:xfrm>
            <a:off x="4654749" y="3078883"/>
            <a:ext cx="248466" cy="218586"/>
          </a:xfrm>
        </p:spPr>
        <p:txBody>
          <a:bodyPr/>
          <a:lstStyle/>
          <a:p>
            <a:r>
              <a:rPr lang="de-DE" dirty="0"/>
              <a:t>09</a:t>
            </a:r>
            <a:endParaRPr lang="de-DE" dirty="0"/>
          </a:p>
        </p:txBody>
      </p:sp>
      <p:sp>
        <p:nvSpPr>
          <p:cNvPr id="23" name="Textplatzhalter 22"/>
          <p:cNvSpPr>
            <a:spLocks noGrp="1"/>
          </p:cNvSpPr>
          <p:nvPr>
            <p:ph type="body" sz="quarter" idx="33"/>
          </p:nvPr>
        </p:nvSpPr>
        <p:spPr>
          <a:xfrm>
            <a:off x="4977143" y="3802232"/>
            <a:ext cx="3779905" cy="218586"/>
          </a:xfrm>
        </p:spPr>
        <p:txBody>
          <a:bodyPr/>
          <a:lstStyle/>
          <a:p>
            <a:r>
              <a:rPr lang="de-DE"/>
              <a:t>Agendapunkt / Kapitelthema</a:t>
            </a:r>
            <a:endParaRPr lang="de-DE" dirty="0"/>
          </a:p>
        </p:txBody>
      </p:sp>
      <p:sp>
        <p:nvSpPr>
          <p:cNvPr id="24" name="Textplatzhalter 23"/>
          <p:cNvSpPr>
            <a:spLocks noGrp="1"/>
          </p:cNvSpPr>
          <p:nvPr>
            <p:ph type="body" sz="quarter" idx="34"/>
          </p:nvPr>
        </p:nvSpPr>
        <p:spPr>
          <a:xfrm>
            <a:off x="4654749" y="3802232"/>
            <a:ext cx="248466" cy="218586"/>
          </a:xfrm>
        </p:spPr>
        <p:txBody>
          <a:bodyPr/>
          <a:lstStyle/>
          <a:p>
            <a:r>
              <a:rPr lang="de-DE" dirty="0"/>
              <a:t>10</a:t>
            </a:r>
            <a:endParaRPr lang="de-DE" dirty="0"/>
          </a:p>
        </p:txBody>
      </p:sp>
      <p:sp>
        <p:nvSpPr>
          <p:cNvPr id="25" name="Textplatzhalter 24"/>
          <p:cNvSpPr>
            <a:spLocks noGrp="1"/>
          </p:cNvSpPr>
          <p:nvPr>
            <p:ph type="body" sz="quarter" idx="35"/>
          </p:nvPr>
        </p:nvSpPr>
        <p:spPr>
          <a:xfrm>
            <a:off x="4977143" y="5248931"/>
            <a:ext cx="3779905" cy="218586"/>
          </a:xfrm>
        </p:spPr>
        <p:txBody>
          <a:bodyPr/>
          <a:lstStyle/>
          <a:p>
            <a:r>
              <a:rPr lang="de-DE"/>
              <a:t>Agendapunkt / Kapitelthema</a:t>
            </a:r>
            <a:endParaRPr lang="de-DE" dirty="0"/>
          </a:p>
        </p:txBody>
      </p:sp>
      <p:sp>
        <p:nvSpPr>
          <p:cNvPr id="26" name="Textplatzhalter 25"/>
          <p:cNvSpPr>
            <a:spLocks noGrp="1"/>
          </p:cNvSpPr>
          <p:nvPr>
            <p:ph type="body" sz="quarter" idx="36"/>
          </p:nvPr>
        </p:nvSpPr>
        <p:spPr>
          <a:xfrm>
            <a:off x="4654749" y="5248931"/>
            <a:ext cx="248466" cy="218586"/>
          </a:xfrm>
        </p:spPr>
        <p:txBody>
          <a:bodyPr/>
          <a:lstStyle/>
          <a:p>
            <a:r>
              <a:rPr lang="de-DE" dirty="0"/>
              <a:t>12</a:t>
            </a:r>
            <a:endParaRPr lang="de-DE" dirty="0"/>
          </a:p>
        </p:txBody>
      </p:sp>
      <p:sp>
        <p:nvSpPr>
          <p:cNvPr id="28" name="Textplatzhalter 27"/>
          <p:cNvSpPr>
            <a:spLocks noGrp="1"/>
          </p:cNvSpPr>
          <p:nvPr>
            <p:ph type="body" sz="quarter" idx="37"/>
          </p:nvPr>
        </p:nvSpPr>
        <p:spPr>
          <a:xfrm>
            <a:off x="388738" y="611950"/>
            <a:ext cx="5133289" cy="218586"/>
          </a:xfrm>
        </p:spPr>
        <p:txBody>
          <a:bodyPr/>
          <a:lstStyle/>
          <a:p>
            <a:r>
              <a:rPr lang="de-DE" dirty="0"/>
              <a:t>Subheadline möglich. Gegebenenfalls löschen.</a:t>
            </a:r>
            <a:endParaRPr lang="de-DE" dirty="0"/>
          </a:p>
        </p:txBody>
      </p:sp>
      <p:sp>
        <p:nvSpPr>
          <p:cNvPr id="29" name="Textplatzhalter 28"/>
          <p:cNvSpPr>
            <a:spLocks noGrp="1"/>
          </p:cNvSpPr>
          <p:nvPr>
            <p:ph type="body" sz="quarter" idx="13"/>
          </p:nvPr>
        </p:nvSpPr>
        <p:spPr>
          <a:xfrm>
            <a:off x="711045" y="1631156"/>
            <a:ext cx="3779992" cy="218586"/>
          </a:xfrm>
        </p:spPr>
        <p:txBody>
          <a:bodyPr/>
          <a:lstStyle/>
          <a:p>
            <a:r>
              <a:rPr lang="de-DE" dirty="0"/>
              <a:t>Agendapunkt / Kapitelthema</a:t>
            </a:r>
            <a:endParaRPr lang="de-DE" dirty="0"/>
          </a:p>
        </p:txBody>
      </p:sp>
      <p:sp>
        <p:nvSpPr>
          <p:cNvPr id="30" name="Textplatzhalter 29"/>
          <p:cNvSpPr>
            <a:spLocks noGrp="1"/>
          </p:cNvSpPr>
          <p:nvPr>
            <p:ph type="body" sz="quarter" idx="14"/>
          </p:nvPr>
        </p:nvSpPr>
        <p:spPr>
          <a:xfrm>
            <a:off x="388739" y="1631156"/>
            <a:ext cx="248466" cy="218586"/>
          </a:xfrm>
        </p:spPr>
        <p:txBody>
          <a:bodyPr/>
          <a:lstStyle/>
          <a:p>
            <a:r>
              <a:rPr lang="de-DE" dirty="0"/>
              <a:t>01</a:t>
            </a:r>
            <a:endParaRPr lang="de-DE" dirty="0"/>
          </a:p>
        </p:txBody>
      </p:sp>
      <p:sp>
        <p:nvSpPr>
          <p:cNvPr id="91" name="Bildplatzhalter 90"/>
          <p:cNvSpPr>
            <a:spLocks noGrp="1"/>
          </p:cNvSpPr>
          <p:nvPr>
            <p:ph type="pic" sz="quarter" idx="38"/>
          </p:nvPr>
        </p:nvSpPr>
        <p:spPr/>
      </p:sp>
      <p:sp>
        <p:nvSpPr>
          <p:cNvPr id="27" name="Titel 26"/>
          <p:cNvSpPr>
            <a:spLocks noGrp="1"/>
          </p:cNvSpPr>
          <p:nvPr>
            <p:ph type="title"/>
          </p:nvPr>
        </p:nvSpPr>
        <p:spPr>
          <a:xfrm>
            <a:off x="388739" y="301186"/>
            <a:ext cx="5133289" cy="276999"/>
          </a:xfrm>
        </p:spPr>
        <p:txBody>
          <a:bodyPr/>
          <a:lstStyle/>
          <a:p>
            <a:r>
              <a:rPr lang="de-DE" dirty="0"/>
              <a:t>Agenda</a:t>
            </a:r>
            <a:endParaRPr lang="de-DE"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a:xfrm>
            <a:off x="7800992" y="6634667"/>
            <a:ext cx="649217" cy="107722"/>
          </a:xfrm>
        </p:spPr>
        <p:txBody>
          <a:bodyPr/>
          <a:lstStyle/>
          <a:p>
            <a:fld id="{1621EC1D-2F05-470D-A302-6F9FB8D86ACF}" type="datetime4">
              <a:rPr lang="de-DE" smtClean="0"/>
            </a:fld>
            <a:endParaRPr lang="de-DE" dirty="0"/>
          </a:p>
        </p:txBody>
      </p:sp>
      <p:sp>
        <p:nvSpPr>
          <p:cNvPr id="3" name="Fußzeilenplatzhalter 2"/>
          <p:cNvSpPr>
            <a:spLocks noGrp="1"/>
          </p:cNvSpPr>
          <p:nvPr>
            <p:ph type="ftr" sz="quarter" idx="11"/>
          </p:nvPr>
        </p:nvSpPr>
        <p:spPr>
          <a:xfrm>
            <a:off x="388739" y="6634667"/>
            <a:ext cx="4102299" cy="107722"/>
          </a:xfrm>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a:xfrm>
            <a:off x="8575907" y="6634667"/>
            <a:ext cx="181140" cy="107722"/>
          </a:xfrm>
        </p:spPr>
        <p:txBody>
          <a:bodyPr/>
          <a:lstStyle/>
          <a:p>
            <a:fld id="{D949F9DF-37BD-4CD6-BF49-65BA579E1D7A}" type="slidenum">
              <a:rPr lang="de-DE" smtClean="0"/>
            </a:fld>
            <a:endParaRPr lang="de-DE"/>
          </a:p>
        </p:txBody>
      </p:sp>
      <p:pic>
        <p:nvPicPr>
          <p:cNvPr id="54" name="Bildplatzhalter 11"/>
          <p:cNvPicPr>
            <a:picLocks noGrp="1" noChangeAspect="1"/>
          </p:cNvPicPr>
          <p:nvPr>
            <p:ph type="pic" sz="quarter" idx="25"/>
          </p:nvPr>
        </p:nvPicPr>
        <p:blipFill rotWithShape="1">
          <a:blip r:embed="rId1" cstate="screen"/>
          <a:srcRect l="11017" r="11017"/>
          <a:stretch>
            <a:fillRect/>
          </a:stretch>
        </p:blipFill>
        <p:spPr>
          <a:xfrm>
            <a:off x="4654747" y="1631156"/>
            <a:ext cx="4102299" cy="3951164"/>
          </a:xfrm>
        </p:spPr>
      </p:pic>
      <p:sp>
        <p:nvSpPr>
          <p:cNvPr id="15" name="Textplatzhalter 14"/>
          <p:cNvSpPr>
            <a:spLocks noGrp="1"/>
          </p:cNvSpPr>
          <p:nvPr>
            <p:ph type="body" sz="quarter" idx="26"/>
          </p:nvPr>
        </p:nvSpPr>
        <p:spPr>
          <a:xfrm>
            <a:off x="4654747" y="5690271"/>
            <a:ext cx="4102299" cy="511084"/>
          </a:xfrm>
        </p:spPr>
        <p:txBody>
          <a:bodyPr/>
          <a:lstStyle/>
          <a:p>
            <a:r>
              <a:rPr lang="de-DE" dirty="0"/>
              <a:t>Bildunterschrift oder Beschreibung möglich.</a:t>
            </a:r>
            <a:br>
              <a:rPr lang="de-DE" dirty="0"/>
            </a:br>
            <a:r>
              <a:rPr lang="de-DE" dirty="0"/>
              <a:t>Gegebenenfalls löschen.</a:t>
            </a:r>
            <a:endParaRPr lang="de-DE" dirty="0"/>
          </a:p>
        </p:txBody>
      </p:sp>
      <p:sp>
        <p:nvSpPr>
          <p:cNvPr id="5" name="Textplatzhalter 4"/>
          <p:cNvSpPr>
            <a:spLocks noGrp="1"/>
          </p:cNvSpPr>
          <p:nvPr>
            <p:ph type="body" sz="quarter" idx="15"/>
          </p:nvPr>
        </p:nvSpPr>
        <p:spPr>
          <a:xfrm>
            <a:off x="711045" y="2354712"/>
            <a:ext cx="3779992" cy="218586"/>
          </a:xfrm>
        </p:spPr>
        <p:txBody>
          <a:bodyPr/>
          <a:lstStyle/>
          <a:p>
            <a:r>
              <a:rPr lang="de-DE"/>
              <a:t>Agendapunkt / Kapitelthema</a:t>
            </a:r>
            <a:endParaRPr lang="de-DE" dirty="0"/>
          </a:p>
        </p:txBody>
      </p:sp>
      <p:sp>
        <p:nvSpPr>
          <p:cNvPr id="6" name="Textplatzhalter 5"/>
          <p:cNvSpPr>
            <a:spLocks noGrp="1"/>
          </p:cNvSpPr>
          <p:nvPr>
            <p:ph type="body" sz="quarter" idx="16"/>
          </p:nvPr>
        </p:nvSpPr>
        <p:spPr>
          <a:xfrm>
            <a:off x="388739" y="2354712"/>
            <a:ext cx="248466" cy="218586"/>
          </a:xfrm>
        </p:spPr>
        <p:txBody>
          <a:bodyPr/>
          <a:lstStyle/>
          <a:p>
            <a:r>
              <a:rPr lang="de-DE" dirty="0"/>
              <a:t>02</a:t>
            </a:r>
            <a:endParaRPr lang="de-DE" dirty="0"/>
          </a:p>
        </p:txBody>
      </p:sp>
      <p:sp>
        <p:nvSpPr>
          <p:cNvPr id="7" name="Textplatzhalter 6"/>
          <p:cNvSpPr>
            <a:spLocks noGrp="1"/>
          </p:cNvSpPr>
          <p:nvPr>
            <p:ph type="body" sz="quarter" idx="17"/>
          </p:nvPr>
        </p:nvSpPr>
        <p:spPr>
          <a:xfrm>
            <a:off x="711045" y="4525377"/>
            <a:ext cx="3779992" cy="218586"/>
          </a:xfrm>
        </p:spPr>
        <p:txBody>
          <a:bodyPr/>
          <a:lstStyle/>
          <a:p>
            <a:r>
              <a:rPr lang="de-DE"/>
              <a:t>Agendapunkt / Kapitelthema</a:t>
            </a:r>
            <a:endParaRPr lang="de-DE" dirty="0"/>
          </a:p>
        </p:txBody>
      </p:sp>
      <p:sp>
        <p:nvSpPr>
          <p:cNvPr id="8" name="Textplatzhalter 7"/>
          <p:cNvSpPr>
            <a:spLocks noGrp="1"/>
          </p:cNvSpPr>
          <p:nvPr>
            <p:ph type="body" sz="quarter" idx="18"/>
          </p:nvPr>
        </p:nvSpPr>
        <p:spPr>
          <a:xfrm>
            <a:off x="388739" y="4525377"/>
            <a:ext cx="248466" cy="218586"/>
          </a:xfrm>
        </p:spPr>
        <p:txBody>
          <a:bodyPr/>
          <a:lstStyle/>
          <a:p>
            <a:r>
              <a:rPr lang="de-DE" dirty="0"/>
              <a:t>05</a:t>
            </a:r>
            <a:endParaRPr lang="de-DE" dirty="0"/>
          </a:p>
        </p:txBody>
      </p:sp>
      <p:sp>
        <p:nvSpPr>
          <p:cNvPr id="9" name="Textplatzhalter 8"/>
          <p:cNvSpPr>
            <a:spLocks noGrp="1"/>
          </p:cNvSpPr>
          <p:nvPr>
            <p:ph type="body" sz="quarter" idx="19"/>
          </p:nvPr>
        </p:nvSpPr>
        <p:spPr>
          <a:xfrm>
            <a:off x="711045" y="3078267"/>
            <a:ext cx="3779992" cy="218586"/>
          </a:xfrm>
        </p:spPr>
        <p:txBody>
          <a:bodyPr/>
          <a:lstStyle/>
          <a:p>
            <a:r>
              <a:rPr lang="de-DE"/>
              <a:t>Agendapunkt / Kapitelthema</a:t>
            </a:r>
            <a:endParaRPr lang="de-DE" dirty="0"/>
          </a:p>
        </p:txBody>
      </p:sp>
      <p:sp>
        <p:nvSpPr>
          <p:cNvPr id="10" name="Textplatzhalter 9"/>
          <p:cNvSpPr>
            <a:spLocks noGrp="1"/>
          </p:cNvSpPr>
          <p:nvPr>
            <p:ph type="body" sz="quarter" idx="20"/>
          </p:nvPr>
        </p:nvSpPr>
        <p:spPr>
          <a:xfrm>
            <a:off x="388739" y="3078267"/>
            <a:ext cx="248466" cy="218586"/>
          </a:xfrm>
        </p:spPr>
        <p:txBody>
          <a:bodyPr/>
          <a:lstStyle/>
          <a:p>
            <a:r>
              <a:rPr lang="de-DE" dirty="0"/>
              <a:t>03</a:t>
            </a:r>
            <a:endParaRPr lang="de-DE" dirty="0"/>
          </a:p>
        </p:txBody>
      </p:sp>
      <p:sp>
        <p:nvSpPr>
          <p:cNvPr id="11" name="Textplatzhalter 10"/>
          <p:cNvSpPr>
            <a:spLocks noGrp="1"/>
          </p:cNvSpPr>
          <p:nvPr>
            <p:ph type="body" sz="quarter" idx="21"/>
          </p:nvPr>
        </p:nvSpPr>
        <p:spPr>
          <a:xfrm>
            <a:off x="711045" y="3801822"/>
            <a:ext cx="3779992" cy="218586"/>
          </a:xfrm>
        </p:spPr>
        <p:txBody>
          <a:bodyPr/>
          <a:lstStyle/>
          <a:p>
            <a:r>
              <a:rPr lang="de-DE"/>
              <a:t>Agendapunkt / Kapitelthema</a:t>
            </a:r>
            <a:endParaRPr lang="de-DE" dirty="0"/>
          </a:p>
        </p:txBody>
      </p:sp>
      <p:sp>
        <p:nvSpPr>
          <p:cNvPr id="12" name="Textplatzhalter 11"/>
          <p:cNvSpPr>
            <a:spLocks noGrp="1"/>
          </p:cNvSpPr>
          <p:nvPr>
            <p:ph type="body" sz="quarter" idx="22"/>
          </p:nvPr>
        </p:nvSpPr>
        <p:spPr>
          <a:xfrm>
            <a:off x="388739" y="3801822"/>
            <a:ext cx="248466" cy="218586"/>
          </a:xfrm>
        </p:spPr>
        <p:txBody>
          <a:bodyPr/>
          <a:lstStyle/>
          <a:p>
            <a:r>
              <a:rPr lang="de-DE" dirty="0"/>
              <a:t>04</a:t>
            </a:r>
            <a:endParaRPr lang="de-DE" dirty="0"/>
          </a:p>
        </p:txBody>
      </p:sp>
      <p:sp>
        <p:nvSpPr>
          <p:cNvPr id="13" name="Textplatzhalter 12"/>
          <p:cNvSpPr>
            <a:spLocks noGrp="1"/>
          </p:cNvSpPr>
          <p:nvPr>
            <p:ph type="body" sz="quarter" idx="23"/>
          </p:nvPr>
        </p:nvSpPr>
        <p:spPr>
          <a:xfrm>
            <a:off x="711045" y="5248931"/>
            <a:ext cx="3779992" cy="218586"/>
          </a:xfrm>
        </p:spPr>
        <p:txBody>
          <a:bodyPr/>
          <a:lstStyle/>
          <a:p>
            <a:r>
              <a:rPr lang="de-DE"/>
              <a:t>Agendapunkt / Kapitelthema</a:t>
            </a:r>
            <a:endParaRPr lang="de-DE" dirty="0"/>
          </a:p>
        </p:txBody>
      </p:sp>
      <p:sp>
        <p:nvSpPr>
          <p:cNvPr id="14" name="Textplatzhalter 13"/>
          <p:cNvSpPr>
            <a:spLocks noGrp="1"/>
          </p:cNvSpPr>
          <p:nvPr>
            <p:ph type="body" sz="quarter" idx="24"/>
          </p:nvPr>
        </p:nvSpPr>
        <p:spPr>
          <a:xfrm>
            <a:off x="388739" y="5248931"/>
            <a:ext cx="248466" cy="218586"/>
          </a:xfrm>
        </p:spPr>
        <p:txBody>
          <a:bodyPr/>
          <a:lstStyle/>
          <a:p>
            <a:r>
              <a:rPr lang="de-DE" dirty="0"/>
              <a:t>06</a:t>
            </a:r>
            <a:endParaRPr lang="de-DE" dirty="0"/>
          </a:p>
        </p:txBody>
      </p:sp>
      <p:sp>
        <p:nvSpPr>
          <p:cNvPr id="29" name="Textplatzhalter 28"/>
          <p:cNvSpPr>
            <a:spLocks noGrp="1"/>
          </p:cNvSpPr>
          <p:nvPr>
            <p:ph type="body" sz="quarter" idx="13"/>
          </p:nvPr>
        </p:nvSpPr>
        <p:spPr>
          <a:xfrm>
            <a:off x="711045" y="1631156"/>
            <a:ext cx="3779992" cy="218586"/>
          </a:xfrm>
        </p:spPr>
        <p:txBody>
          <a:bodyPr/>
          <a:lstStyle/>
          <a:p>
            <a:r>
              <a:rPr lang="de-DE" dirty="0"/>
              <a:t>Agendapunkt / Kapitelthema</a:t>
            </a:r>
            <a:endParaRPr lang="de-DE" dirty="0"/>
          </a:p>
        </p:txBody>
      </p:sp>
      <p:sp>
        <p:nvSpPr>
          <p:cNvPr id="30" name="Textplatzhalter 29"/>
          <p:cNvSpPr>
            <a:spLocks noGrp="1"/>
          </p:cNvSpPr>
          <p:nvPr>
            <p:ph type="body" sz="quarter" idx="14"/>
          </p:nvPr>
        </p:nvSpPr>
        <p:spPr>
          <a:xfrm>
            <a:off x="388739" y="1631156"/>
            <a:ext cx="248466" cy="218586"/>
          </a:xfrm>
        </p:spPr>
        <p:txBody>
          <a:bodyPr/>
          <a:lstStyle/>
          <a:p>
            <a:r>
              <a:rPr lang="de-DE" dirty="0"/>
              <a:t>01</a:t>
            </a:r>
            <a:endParaRPr lang="de-DE" dirty="0"/>
          </a:p>
        </p:txBody>
      </p:sp>
      <p:sp>
        <p:nvSpPr>
          <p:cNvPr id="75" name="Bildplatzhalter 74"/>
          <p:cNvSpPr>
            <a:spLocks noGrp="1"/>
          </p:cNvSpPr>
          <p:nvPr>
            <p:ph type="pic" sz="quarter" idx="38"/>
          </p:nvPr>
        </p:nvSpPr>
        <p:spPr/>
      </p:sp>
      <p:sp>
        <p:nvSpPr>
          <p:cNvPr id="55" name="Textplatzhalter 54"/>
          <p:cNvSpPr>
            <a:spLocks noGrp="1"/>
          </p:cNvSpPr>
          <p:nvPr>
            <p:ph type="body" sz="quarter" idx="37"/>
          </p:nvPr>
        </p:nvSpPr>
        <p:spPr>
          <a:xfrm>
            <a:off x="388738" y="611950"/>
            <a:ext cx="5133289" cy="218586"/>
          </a:xfrm>
        </p:spPr>
        <p:txBody>
          <a:bodyPr/>
          <a:lstStyle/>
          <a:p>
            <a:r>
              <a:rPr lang="de-DE" dirty="0"/>
              <a:t>Subheadline möglich. Gegebenenfalls löschen.</a:t>
            </a:r>
            <a:endParaRPr lang="de-DE" dirty="0"/>
          </a:p>
        </p:txBody>
      </p:sp>
      <p:sp>
        <p:nvSpPr>
          <p:cNvPr id="27" name="Titel 26"/>
          <p:cNvSpPr>
            <a:spLocks noGrp="1"/>
          </p:cNvSpPr>
          <p:nvPr>
            <p:ph type="title"/>
          </p:nvPr>
        </p:nvSpPr>
        <p:spPr>
          <a:xfrm>
            <a:off x="388739" y="301186"/>
            <a:ext cx="5133289" cy="276999"/>
          </a:xfrm>
        </p:spPr>
        <p:txBody>
          <a:bodyPr/>
          <a:lstStyle/>
          <a:p>
            <a:r>
              <a:rPr lang="de-DE" dirty="0"/>
              <a:t>Agenda</a:t>
            </a:r>
            <a:endParaRPr lang="de-DE"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el 21"/>
          <p:cNvSpPr>
            <a:spLocks noGrp="1"/>
          </p:cNvSpPr>
          <p:nvPr>
            <p:ph type="title"/>
          </p:nvPr>
        </p:nvSpPr>
        <p:spPr/>
        <p:txBody>
          <a:bodyPr/>
          <a:lstStyle/>
          <a:p>
            <a:r>
              <a:rPr lang="de-DE"/>
              <a:t>Kapiteltrenner</a:t>
            </a:r>
            <a:br>
              <a:rPr lang="de-DE"/>
            </a:br>
            <a:r>
              <a:rPr lang="de-DE"/>
              <a:t>Mehrzeilig möglich</a:t>
            </a:r>
            <a:endParaRPr lang="de-DE"/>
          </a:p>
        </p:txBody>
      </p:sp>
      <p:sp>
        <p:nvSpPr>
          <p:cNvPr id="2" name="Datumsplatzhalter 1"/>
          <p:cNvSpPr>
            <a:spLocks noGrp="1"/>
          </p:cNvSpPr>
          <p:nvPr>
            <p:ph type="dt" sz="half" idx="10"/>
          </p:nvPr>
        </p:nvSpPr>
        <p:spPr/>
        <p:txBody>
          <a:bodyPr/>
          <a:lstStyle/>
          <a:p>
            <a:fld id="{66A89A43-0ACE-4D79-A5A7-3621FB5E1EAE}"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p:txBody>
          <a:bodyPr/>
          <a:lstStyle/>
          <a:p>
            <a:fld id="{D949F9DF-37BD-4CD6-BF49-65BA579E1D7A}" type="slidenum">
              <a:rPr lang="de-DE" smtClean="0"/>
            </a:fld>
            <a:endParaRPr lang="de-D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a:xfrm>
            <a:off x="7800992" y="6634667"/>
            <a:ext cx="649217" cy="107722"/>
          </a:xfrm>
        </p:spPr>
        <p:txBody>
          <a:bodyPr/>
          <a:lstStyle/>
          <a:p>
            <a:fld id="{C4C7F437-D297-4B15-B1B3-DEC3E8BB411E}" type="datetime4">
              <a:rPr lang="de-DE" smtClean="0"/>
            </a:fld>
            <a:endParaRPr lang="de-DE" dirty="0"/>
          </a:p>
        </p:txBody>
      </p:sp>
      <p:sp>
        <p:nvSpPr>
          <p:cNvPr id="4" name="Fußzeilenplatzhalter 3"/>
          <p:cNvSpPr>
            <a:spLocks noGrp="1"/>
          </p:cNvSpPr>
          <p:nvPr>
            <p:ph type="ftr" sz="quarter" idx="11"/>
          </p:nvPr>
        </p:nvSpPr>
        <p:spPr>
          <a:xfrm>
            <a:off x="388739" y="6634667"/>
            <a:ext cx="4102299" cy="107722"/>
          </a:xfrm>
        </p:spPr>
        <p:txBody>
          <a:bodyPr/>
          <a:lstStyle/>
          <a:p>
            <a:r>
              <a:rPr lang="de-DE" dirty="0"/>
              <a:t>Fachbereich Rechtswissenschaft</a:t>
            </a:r>
            <a:endParaRPr lang="de-DE" dirty="0"/>
          </a:p>
        </p:txBody>
      </p:sp>
      <p:sp>
        <p:nvSpPr>
          <p:cNvPr id="5" name="Foliennummernplatzhalter 4"/>
          <p:cNvSpPr>
            <a:spLocks noGrp="1"/>
          </p:cNvSpPr>
          <p:nvPr>
            <p:ph type="sldNum" sz="quarter" idx="12"/>
          </p:nvPr>
        </p:nvSpPr>
        <p:spPr>
          <a:xfrm>
            <a:off x="8575907" y="6634667"/>
            <a:ext cx="181140" cy="107722"/>
          </a:xfrm>
        </p:spPr>
        <p:txBody>
          <a:bodyPr/>
          <a:lstStyle/>
          <a:p>
            <a:fld id="{D949F9DF-37BD-4CD6-BF49-65BA579E1D7A}" type="slidenum">
              <a:rPr lang="de-DE" smtClean="0"/>
            </a:fld>
            <a:endParaRPr lang="de-DE"/>
          </a:p>
        </p:txBody>
      </p:sp>
      <p:sp>
        <p:nvSpPr>
          <p:cNvPr id="7" name="Textplatzhalter 6"/>
          <p:cNvSpPr>
            <a:spLocks noGrp="1"/>
          </p:cNvSpPr>
          <p:nvPr>
            <p:ph type="body" sz="quarter" idx="13"/>
          </p:nvPr>
        </p:nvSpPr>
        <p:spPr>
          <a:xfrm>
            <a:off x="388738" y="1631156"/>
            <a:ext cx="8368309" cy="4569619"/>
          </a:xfrm>
        </p:spPr>
        <p:txBody>
          <a:bodyPr/>
          <a:lstStyle/>
          <a:p>
            <a:r>
              <a:rPr lang="de-DE" b="1" dirty="0"/>
              <a:t>Lorem ipsum dolor sit amet,</a:t>
            </a:r>
            <a:endParaRPr lang="de-DE" b="1" dirty="0"/>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 sed diam voluptua. </a:t>
            </a:r>
            <a:endParaRPr lang="de-DE" dirty="0"/>
          </a:p>
          <a:p>
            <a:pPr lvl="1"/>
            <a:r>
              <a:rPr lang="de-DE" dirty="0"/>
              <a:t>Duis autem vel eum iriure dolor in hendrerit in vulputate velit esse molestie consequat,</a:t>
            </a:r>
            <a:br>
              <a:rPr lang="de-DE" dirty="0"/>
            </a:br>
            <a:r>
              <a:rPr lang="de-DE" dirty="0"/>
              <a:t>vel illum dolore eu feugiat nulla facilisis at vero eros et accumsan et iusto odio dignissim</a:t>
            </a:r>
            <a:br>
              <a:rPr lang="de-DE" dirty="0"/>
            </a:br>
            <a:r>
              <a:rPr lang="de-DE" dirty="0"/>
              <a:t>qui blandit praesent luptatum zzril delenit augue duis dolore te feugait nulla facilisi.</a:t>
            </a:r>
            <a:endParaRPr lang="de-DE" dirty="0"/>
          </a:p>
        </p:txBody>
      </p:sp>
      <p:sp>
        <p:nvSpPr>
          <p:cNvPr id="23" name="Bildplatzhalter 22"/>
          <p:cNvSpPr>
            <a:spLocks noGrp="1"/>
          </p:cNvSpPr>
          <p:nvPr>
            <p:ph type="pic" sz="quarter" idx="38"/>
          </p:nvPr>
        </p:nvSpPr>
        <p:spPr/>
      </p:sp>
      <p:sp>
        <p:nvSpPr>
          <p:cNvPr id="6" name="Titel 5"/>
          <p:cNvSpPr>
            <a:spLocks noGrp="1"/>
          </p:cNvSpPr>
          <p:nvPr>
            <p:ph type="title"/>
          </p:nvPr>
        </p:nvSpPr>
        <p:spPr>
          <a:xfrm>
            <a:off x="388739" y="301186"/>
            <a:ext cx="5133289" cy="276999"/>
          </a:xfrm>
        </p:spPr>
        <p:txBody>
          <a:bodyPr/>
          <a:lstStyle/>
          <a:p>
            <a:r>
              <a:rPr lang="de-DE" dirty="0"/>
              <a:t>Textfolie</a:t>
            </a:r>
            <a:endParaRPr lang="de-DE" dirty="0"/>
          </a:p>
        </p:txBody>
      </p:sp>
      <p:sp>
        <p:nvSpPr>
          <p:cNvPr id="8" name="Textplatzhalter 7"/>
          <p:cNvSpPr>
            <a:spLocks noGrp="1"/>
          </p:cNvSpPr>
          <p:nvPr>
            <p:ph type="body" sz="quarter" idx="37"/>
          </p:nvPr>
        </p:nvSpPr>
        <p:spPr>
          <a:xfrm>
            <a:off x="388738" y="611950"/>
            <a:ext cx="5133289" cy="218586"/>
          </a:xfrm>
        </p:spPr>
        <p:txBody>
          <a:bodyPr/>
          <a:lstStyle/>
          <a:p>
            <a:r>
              <a:rPr lang="de-DE" dirty="0"/>
              <a:t>Subheadline möglich. Gegebenenfalls löschen.</a:t>
            </a:r>
            <a:endParaRPr lang="de-DE"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a:xfrm>
            <a:off x="7800992" y="6634667"/>
            <a:ext cx="649217" cy="107722"/>
          </a:xfrm>
        </p:spPr>
        <p:txBody>
          <a:bodyPr/>
          <a:lstStyle/>
          <a:p>
            <a:fld id="{BE6E8616-5A3D-4E14-98C3-6610584387AD}" type="datetime4">
              <a:rPr lang="de-DE" smtClean="0"/>
            </a:fld>
            <a:endParaRPr lang="de-DE" dirty="0"/>
          </a:p>
        </p:txBody>
      </p:sp>
      <p:sp>
        <p:nvSpPr>
          <p:cNvPr id="3" name="Fußzeilenplatzhalter 2"/>
          <p:cNvSpPr>
            <a:spLocks noGrp="1"/>
          </p:cNvSpPr>
          <p:nvPr>
            <p:ph type="ftr" sz="quarter" idx="11"/>
          </p:nvPr>
        </p:nvSpPr>
        <p:spPr>
          <a:xfrm>
            <a:off x="388739" y="6634667"/>
            <a:ext cx="4102299" cy="107722"/>
          </a:xfrm>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a:xfrm>
            <a:off x="8575907" y="6634667"/>
            <a:ext cx="181140" cy="107722"/>
          </a:xfrm>
        </p:spPr>
        <p:txBody>
          <a:bodyPr/>
          <a:lstStyle/>
          <a:p>
            <a:fld id="{D949F9DF-37BD-4CD6-BF49-65BA579E1D7A}" type="slidenum">
              <a:rPr lang="de-DE" smtClean="0"/>
            </a:fld>
            <a:endParaRPr lang="de-DE"/>
          </a:p>
        </p:txBody>
      </p:sp>
      <p:sp>
        <p:nvSpPr>
          <p:cNvPr id="10" name="Textplatzhalter 9"/>
          <p:cNvSpPr>
            <a:spLocks noGrp="1"/>
          </p:cNvSpPr>
          <p:nvPr>
            <p:ph type="body" sz="quarter" idx="13"/>
          </p:nvPr>
        </p:nvSpPr>
        <p:spPr>
          <a:xfrm>
            <a:off x="388739" y="1631156"/>
            <a:ext cx="4102299" cy="4569619"/>
          </a:xfrm>
        </p:spPr>
        <p:txBody>
          <a:bodyPr/>
          <a:lstStyle/>
          <a:p>
            <a:r>
              <a:rPr lang="de-DE" b="1" dirty="0"/>
              <a:t>Lorem ipsum dolor sit amet,</a:t>
            </a:r>
            <a:endParaRPr lang="de-DE" b="1" dirty="0"/>
          </a:p>
          <a:p>
            <a:r>
              <a:rPr lang="de-DE" dirty="0"/>
              <a:t>consetetur sadipscing elitr, sed diam nonumy eirmod tempor invidunt ut labore et dolore magna aliquyam erat, sed diam voluptua. At vero eos et accusam et justo duo dolores et</a:t>
            </a:r>
            <a:br>
              <a:rPr lang="de-DE" dirty="0"/>
            </a:br>
            <a:r>
              <a:rPr lang="de-DE" dirty="0"/>
              <a:t>ea rebum. Stet clita kasd gubergren, no sea takimata sanctus.</a:t>
            </a:r>
            <a:endParaRPr lang="de-DE" dirty="0"/>
          </a:p>
          <a:p>
            <a:pPr lvl="1"/>
            <a:r>
              <a:rPr lang="de-DE" dirty="0"/>
              <a:t>Lorem ipsum dolor sit amet, consetetur sadipscing elitr, sed diam nonumy eirmod tempor invidunt ut labore et dolore magna aliquyam erat, sed diam.</a:t>
            </a:r>
            <a:endParaRPr lang="de-DE" dirty="0"/>
          </a:p>
        </p:txBody>
      </p:sp>
      <p:sp>
        <p:nvSpPr>
          <p:cNvPr id="11" name="Textplatzhalter 10"/>
          <p:cNvSpPr>
            <a:spLocks noGrp="1"/>
          </p:cNvSpPr>
          <p:nvPr>
            <p:ph type="body" sz="quarter" idx="14"/>
          </p:nvPr>
        </p:nvSpPr>
        <p:spPr>
          <a:xfrm>
            <a:off x="4654747" y="1631156"/>
            <a:ext cx="4102299" cy="4569619"/>
          </a:xfrm>
        </p:spPr>
        <p:txBody>
          <a:bodyPr/>
          <a:lstStyle/>
          <a:p>
            <a:r>
              <a:rPr lang="de-DE" b="1" dirty="0"/>
              <a:t>Lorem ipsum dolor sit amet,</a:t>
            </a:r>
            <a:endParaRPr lang="de-DE" b="1" dirty="0"/>
          </a:p>
          <a:p>
            <a:r>
              <a:rPr lang="de-DE" dirty="0"/>
              <a:t>consetetur sadipscing elitr, sed diam nonumy eirmod tempor invidunt ut labore et dolore magna aliquyam erat, sed diam voluptua. At vero eos et accusam et justo duo dolores et</a:t>
            </a:r>
            <a:br>
              <a:rPr lang="de-DE" dirty="0"/>
            </a:br>
            <a:r>
              <a:rPr lang="de-DE" dirty="0"/>
              <a:t>ea rebum. Stet clita kasd gubergren, no sea takimata sanctus.</a:t>
            </a:r>
            <a:endParaRPr lang="de-DE" dirty="0"/>
          </a:p>
          <a:p>
            <a:pPr lvl="1"/>
            <a:r>
              <a:rPr lang="de-DE" dirty="0"/>
              <a:t>Lorem ipsum dolor sit amet, consetetur sadipscing elitr, sed diam nonumy eirmod tempor invidunt ut labore et dolore magna aliquyam erat, sed diam.</a:t>
            </a:r>
            <a:endParaRPr lang="de-DE" dirty="0"/>
          </a:p>
        </p:txBody>
      </p:sp>
      <p:sp>
        <p:nvSpPr>
          <p:cNvPr id="21" name="Bildplatzhalter 20"/>
          <p:cNvSpPr>
            <a:spLocks noGrp="1"/>
          </p:cNvSpPr>
          <p:nvPr>
            <p:ph type="pic" sz="quarter" idx="38"/>
          </p:nvPr>
        </p:nvSpPr>
        <p:spPr/>
      </p:sp>
      <p:sp>
        <p:nvSpPr>
          <p:cNvPr id="9" name="Titel 8"/>
          <p:cNvSpPr>
            <a:spLocks noGrp="1"/>
          </p:cNvSpPr>
          <p:nvPr>
            <p:ph type="title"/>
          </p:nvPr>
        </p:nvSpPr>
        <p:spPr>
          <a:xfrm>
            <a:off x="388739" y="301186"/>
            <a:ext cx="5133289" cy="276999"/>
          </a:xfrm>
        </p:spPr>
        <p:txBody>
          <a:bodyPr/>
          <a:lstStyle/>
          <a:p>
            <a:r>
              <a:rPr lang="de-DE" dirty="0"/>
              <a:t>Textfolie | zweispaltig</a:t>
            </a:r>
            <a:endParaRPr lang="de-DE" dirty="0"/>
          </a:p>
        </p:txBody>
      </p:sp>
      <p:sp>
        <p:nvSpPr>
          <p:cNvPr id="12" name="Textplatzhalter 11"/>
          <p:cNvSpPr>
            <a:spLocks noGrp="1"/>
          </p:cNvSpPr>
          <p:nvPr>
            <p:ph type="body" sz="quarter" idx="37"/>
          </p:nvPr>
        </p:nvSpPr>
        <p:spPr>
          <a:xfrm>
            <a:off x="388738" y="611950"/>
            <a:ext cx="5133289" cy="218586"/>
          </a:xfrm>
        </p:spPr>
        <p:txBody>
          <a:bodyPr/>
          <a:lstStyle/>
          <a:p>
            <a:r>
              <a:rPr lang="de-DE" dirty="0"/>
              <a:t>Subheadline möglich. Gegebenenfalls löschen.</a:t>
            </a:r>
            <a:endParaRPr lang="de-DE"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a:xfrm>
            <a:off x="7800992" y="6634667"/>
            <a:ext cx="649217" cy="107722"/>
          </a:xfrm>
        </p:spPr>
        <p:txBody>
          <a:bodyPr/>
          <a:lstStyle/>
          <a:p>
            <a:fld id="{55AED2D9-6492-47EB-935E-CF365D716150}" type="datetime4">
              <a:rPr lang="de-DE" smtClean="0"/>
            </a:fld>
            <a:endParaRPr lang="de-DE" dirty="0"/>
          </a:p>
        </p:txBody>
      </p:sp>
      <p:sp>
        <p:nvSpPr>
          <p:cNvPr id="3" name="Fußzeilenplatzhalter 2"/>
          <p:cNvSpPr>
            <a:spLocks noGrp="1"/>
          </p:cNvSpPr>
          <p:nvPr>
            <p:ph type="ftr" sz="quarter" idx="11"/>
          </p:nvPr>
        </p:nvSpPr>
        <p:spPr>
          <a:xfrm>
            <a:off x="388739" y="6634667"/>
            <a:ext cx="4102299" cy="107722"/>
          </a:xfrm>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a:xfrm>
            <a:off x="8603158" y="6634667"/>
            <a:ext cx="153889" cy="92333"/>
          </a:xfrm>
        </p:spPr>
        <p:txBody>
          <a:bodyPr/>
          <a:lstStyle/>
          <a:p>
            <a:fld id="{D949F9DF-37BD-4CD6-BF49-65BA579E1D7A}" type="slidenum">
              <a:rPr lang="de-DE" smtClean="0"/>
            </a:fld>
            <a:endParaRPr lang="de-DE"/>
          </a:p>
        </p:txBody>
      </p:sp>
      <p:sp>
        <p:nvSpPr>
          <p:cNvPr id="11" name="Textplatzhalter 10"/>
          <p:cNvSpPr>
            <a:spLocks noGrp="1"/>
          </p:cNvSpPr>
          <p:nvPr>
            <p:ph type="body" sz="quarter" idx="16"/>
          </p:nvPr>
        </p:nvSpPr>
        <p:spPr>
          <a:xfrm>
            <a:off x="388938" y="1631950"/>
            <a:ext cx="2676525" cy="4568825"/>
          </a:xfrm>
        </p:spPr>
        <p:txBody>
          <a:bodyPr/>
          <a:lstStyle/>
          <a:p>
            <a:r>
              <a:rPr lang="de-DE" b="1" dirty="0"/>
              <a:t>Lorem ipsum dolor sit amet,</a:t>
            </a:r>
            <a:endParaRPr lang="de-DE" b="1" dirty="0"/>
          </a:p>
          <a:p>
            <a:r>
              <a:rPr lang="de-DE" dirty="0"/>
              <a:t>consetetur sadipscing elitr, sed diam nonumy eirmod tempor invidunt ut labore et dolore mag-na aliquyam erat, sed diam voluptua.</a:t>
            </a:r>
            <a:endParaRPr lang="de-DE" dirty="0"/>
          </a:p>
          <a:p>
            <a:pPr lvl="1"/>
            <a:r>
              <a:rPr lang="de-DE" dirty="0"/>
              <a:t>At vero eos et accusam</a:t>
            </a:r>
            <a:br>
              <a:rPr lang="de-DE" dirty="0"/>
            </a:br>
            <a:r>
              <a:rPr lang="de-DE" dirty="0"/>
              <a:t>et justo duo dolores</a:t>
            </a:r>
            <a:endParaRPr lang="de-DE" dirty="0"/>
          </a:p>
        </p:txBody>
      </p:sp>
      <p:sp>
        <p:nvSpPr>
          <p:cNvPr id="22" name="Textplatzhalter 21"/>
          <p:cNvSpPr>
            <a:spLocks noGrp="1"/>
          </p:cNvSpPr>
          <p:nvPr>
            <p:ph type="body" sz="quarter" idx="17"/>
          </p:nvPr>
        </p:nvSpPr>
        <p:spPr>
          <a:xfrm>
            <a:off x="6080432" y="1631157"/>
            <a:ext cx="2676616" cy="4569618"/>
          </a:xfrm>
        </p:spPr>
        <p:txBody>
          <a:bodyPr/>
          <a:lstStyle/>
          <a:p>
            <a:r>
              <a:rPr lang="de-DE" b="1" dirty="0"/>
              <a:t>Lorem ipsum dolor sit amet,</a:t>
            </a:r>
            <a:endParaRPr lang="de-DE" b="1" dirty="0"/>
          </a:p>
          <a:p>
            <a:r>
              <a:rPr lang="de-DE" dirty="0"/>
              <a:t>consetetur sadipscing elitr, sed diam nonumy eirmod tempor invidunt ut labore et dolore mag-na aliquyam erat, sed diam voluptua.</a:t>
            </a:r>
            <a:endParaRPr lang="de-DE" dirty="0"/>
          </a:p>
          <a:p>
            <a:pPr lvl="1"/>
            <a:r>
              <a:rPr lang="de-DE" dirty="0"/>
              <a:t>At vero eos et accusam</a:t>
            </a:r>
            <a:br>
              <a:rPr lang="de-DE" dirty="0"/>
            </a:br>
            <a:r>
              <a:rPr lang="de-DE" dirty="0"/>
              <a:t>et justo duo dolores</a:t>
            </a:r>
            <a:endParaRPr lang="de-DE" dirty="0"/>
          </a:p>
        </p:txBody>
      </p:sp>
      <p:sp>
        <p:nvSpPr>
          <p:cNvPr id="23" name="Textplatzhalter 22"/>
          <p:cNvSpPr>
            <a:spLocks noGrp="1"/>
          </p:cNvSpPr>
          <p:nvPr>
            <p:ph type="body" sz="quarter" idx="18"/>
          </p:nvPr>
        </p:nvSpPr>
        <p:spPr>
          <a:xfrm>
            <a:off x="3234585" y="1631157"/>
            <a:ext cx="2676616" cy="4569618"/>
          </a:xfrm>
        </p:spPr>
        <p:txBody>
          <a:bodyPr/>
          <a:lstStyle/>
          <a:p>
            <a:r>
              <a:rPr lang="de-DE" b="1" dirty="0"/>
              <a:t>Lorem ipsum dolor sit amet,</a:t>
            </a:r>
            <a:endParaRPr lang="de-DE" b="1" dirty="0"/>
          </a:p>
          <a:p>
            <a:r>
              <a:rPr lang="de-DE" dirty="0"/>
              <a:t>consetetur sadipscing elitr, sed diam nonumy eirmod tempor invidunt ut labore et dolore mag-na aliquyam erat, sed diam voluptua.</a:t>
            </a:r>
            <a:endParaRPr lang="de-DE" dirty="0"/>
          </a:p>
          <a:p>
            <a:pPr lvl="1"/>
            <a:r>
              <a:rPr lang="de-DE" dirty="0"/>
              <a:t>At vero eos et accusam</a:t>
            </a:r>
            <a:br>
              <a:rPr lang="de-DE" dirty="0"/>
            </a:br>
            <a:r>
              <a:rPr lang="de-DE" dirty="0"/>
              <a:t>et justo duo dolores</a:t>
            </a:r>
            <a:endParaRPr lang="de-DE" dirty="0"/>
          </a:p>
        </p:txBody>
      </p:sp>
      <p:sp>
        <p:nvSpPr>
          <p:cNvPr id="33" name="Bildplatzhalter 32"/>
          <p:cNvSpPr>
            <a:spLocks noGrp="1"/>
          </p:cNvSpPr>
          <p:nvPr>
            <p:ph type="pic" sz="quarter" idx="38"/>
          </p:nvPr>
        </p:nvSpPr>
        <p:spPr/>
      </p:sp>
      <p:sp>
        <p:nvSpPr>
          <p:cNvPr id="14" name="Textplatzhalter 13"/>
          <p:cNvSpPr>
            <a:spLocks noGrp="1"/>
          </p:cNvSpPr>
          <p:nvPr>
            <p:ph type="body" sz="quarter" idx="37"/>
          </p:nvPr>
        </p:nvSpPr>
        <p:spPr>
          <a:xfrm>
            <a:off x="388738" y="611950"/>
            <a:ext cx="5133289" cy="218586"/>
          </a:xfrm>
        </p:spPr>
        <p:txBody>
          <a:bodyPr/>
          <a:lstStyle/>
          <a:p>
            <a:r>
              <a:rPr lang="de-DE" dirty="0"/>
              <a:t>Subheadline möglich. Gegebenenfalls löschen.</a:t>
            </a:r>
            <a:endParaRPr lang="de-DE" dirty="0"/>
          </a:p>
        </p:txBody>
      </p:sp>
      <p:sp>
        <p:nvSpPr>
          <p:cNvPr id="10" name="Titel 9"/>
          <p:cNvSpPr>
            <a:spLocks noGrp="1"/>
          </p:cNvSpPr>
          <p:nvPr>
            <p:ph type="title"/>
          </p:nvPr>
        </p:nvSpPr>
        <p:spPr>
          <a:xfrm>
            <a:off x="388739" y="301186"/>
            <a:ext cx="5133289" cy="276999"/>
          </a:xfrm>
        </p:spPr>
        <p:txBody>
          <a:bodyPr/>
          <a:lstStyle/>
          <a:p>
            <a:r>
              <a:rPr lang="de-DE"/>
              <a:t>Textfolie | dreispaltig</a:t>
            </a:r>
            <a:endParaRPr lang="de-D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a:xfrm>
            <a:off x="7800992" y="6634667"/>
            <a:ext cx="649217" cy="107722"/>
          </a:xfrm>
        </p:spPr>
        <p:txBody>
          <a:bodyPr/>
          <a:lstStyle/>
          <a:p>
            <a:fld id="{F4704DA2-725F-4F0E-8EA4-773B34AD9594}" type="datetime4">
              <a:rPr lang="de-DE" smtClean="0"/>
            </a:fld>
            <a:endParaRPr lang="de-DE" dirty="0"/>
          </a:p>
        </p:txBody>
      </p:sp>
      <p:sp>
        <p:nvSpPr>
          <p:cNvPr id="3" name="Fußzeilenplatzhalter 2"/>
          <p:cNvSpPr>
            <a:spLocks noGrp="1"/>
          </p:cNvSpPr>
          <p:nvPr>
            <p:ph type="ftr" sz="quarter" idx="11"/>
          </p:nvPr>
        </p:nvSpPr>
        <p:spPr>
          <a:xfrm>
            <a:off x="388739" y="6634667"/>
            <a:ext cx="4102299" cy="107722"/>
          </a:xfrm>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a:xfrm>
            <a:off x="8575907" y="6634667"/>
            <a:ext cx="181140" cy="107722"/>
          </a:xfrm>
        </p:spPr>
        <p:txBody>
          <a:bodyPr/>
          <a:lstStyle/>
          <a:p>
            <a:fld id="{D949F9DF-37BD-4CD6-BF49-65BA579E1D7A}" type="slidenum">
              <a:rPr lang="de-DE" smtClean="0"/>
            </a:fld>
            <a:endParaRPr lang="de-DE"/>
          </a:p>
        </p:txBody>
      </p:sp>
      <p:sp>
        <p:nvSpPr>
          <p:cNvPr id="12" name="Textplatzhalter 11"/>
          <p:cNvSpPr>
            <a:spLocks noGrp="1"/>
          </p:cNvSpPr>
          <p:nvPr>
            <p:ph type="body" sz="quarter" idx="13"/>
          </p:nvPr>
        </p:nvSpPr>
        <p:spPr>
          <a:xfrm>
            <a:off x="388739" y="1631156"/>
            <a:ext cx="4102299" cy="4569619"/>
          </a:xfrm>
        </p:spPr>
        <p:txBody>
          <a:bodyPr/>
          <a:lstStyle/>
          <a:p>
            <a:r>
              <a:rPr lang="de-DE" b="1" dirty="0"/>
              <a:t>Lorem ipsum dolor sit amet,</a:t>
            </a:r>
            <a:endParaRPr lang="de-DE" b="1" dirty="0"/>
          </a:p>
          <a:p>
            <a:r>
              <a:rPr lang="de-DE" dirty="0"/>
              <a:t>consetetur sadipscing elitr, sed diam nonumy eirmod tempor invidunt ut labore et dolore magna aliquyam erat, sed diam voluptua. At vero eos et accusam et justo duo dolores et</a:t>
            </a:r>
            <a:br>
              <a:rPr lang="de-DE" dirty="0"/>
            </a:br>
            <a:r>
              <a:rPr lang="de-DE" dirty="0"/>
              <a:t>ea rebum. Stet clita kasd gubergren, no sea takimata sanctus.</a:t>
            </a:r>
            <a:endParaRPr lang="de-DE" dirty="0"/>
          </a:p>
          <a:p>
            <a:pPr lvl="1"/>
            <a:r>
              <a:rPr lang="de-DE" dirty="0"/>
              <a:t>Lorem ipsum dolor sit amet, consetetur sadipscing elitr, sed diam nonumy eirmod tempor invidunt ut labore et dolore magna aliquyam erat, sed diam.</a:t>
            </a:r>
            <a:endParaRPr lang="de-DE" dirty="0"/>
          </a:p>
        </p:txBody>
      </p:sp>
      <p:sp>
        <p:nvSpPr>
          <p:cNvPr id="11" name="Titel 10"/>
          <p:cNvSpPr>
            <a:spLocks noGrp="1"/>
          </p:cNvSpPr>
          <p:nvPr>
            <p:ph type="title"/>
          </p:nvPr>
        </p:nvSpPr>
        <p:spPr>
          <a:xfrm>
            <a:off x="388739" y="301186"/>
            <a:ext cx="5133289" cy="276999"/>
          </a:xfrm>
        </p:spPr>
        <p:txBody>
          <a:bodyPr/>
          <a:lstStyle/>
          <a:p>
            <a:r>
              <a:rPr lang="de-DE" dirty="0"/>
              <a:t>Text- Bildfolie</a:t>
            </a:r>
            <a:endParaRPr lang="de-DE" dirty="0"/>
          </a:p>
        </p:txBody>
      </p:sp>
      <p:pic>
        <p:nvPicPr>
          <p:cNvPr id="16" name="Bildplatzhalter 11"/>
          <p:cNvPicPr>
            <a:picLocks noGrp="1" noChangeAspect="1"/>
          </p:cNvPicPr>
          <p:nvPr>
            <p:ph type="pic" sz="quarter" idx="25"/>
          </p:nvPr>
        </p:nvPicPr>
        <p:blipFill rotWithShape="1">
          <a:blip r:embed="rId1" cstate="screen"/>
          <a:srcRect l="16298" r="16298"/>
          <a:stretch>
            <a:fillRect/>
          </a:stretch>
        </p:blipFill>
        <p:spPr>
          <a:xfrm>
            <a:off x="4654747" y="1631156"/>
            <a:ext cx="4102299" cy="4569619"/>
          </a:xfrm>
        </p:spPr>
      </p:pic>
      <p:sp>
        <p:nvSpPr>
          <p:cNvPr id="24" name="Bildplatzhalter 23"/>
          <p:cNvSpPr>
            <a:spLocks noGrp="1"/>
          </p:cNvSpPr>
          <p:nvPr>
            <p:ph type="pic" sz="quarter" idx="38"/>
          </p:nvPr>
        </p:nvSpPr>
        <p:spPr/>
      </p:sp>
      <p:sp>
        <p:nvSpPr>
          <p:cNvPr id="14" name="Textplatzhalter 13"/>
          <p:cNvSpPr>
            <a:spLocks noGrp="1"/>
          </p:cNvSpPr>
          <p:nvPr>
            <p:ph type="body" sz="quarter" idx="37"/>
          </p:nvPr>
        </p:nvSpPr>
        <p:spPr>
          <a:xfrm>
            <a:off x="388738" y="611950"/>
            <a:ext cx="5133289" cy="218586"/>
          </a:xfrm>
        </p:spPr>
        <p:txBody>
          <a:bodyPr/>
          <a:lstStyle/>
          <a:p>
            <a:r>
              <a:rPr lang="de-DE" dirty="0"/>
              <a:t>Subheadline möglich. Gegebenenfalls löschen.</a:t>
            </a:r>
            <a:endParaRPr lang="de-DE"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Bildplatzhalter 11"/>
          <p:cNvPicPr>
            <a:picLocks noGrp="1" noChangeAspect="1"/>
          </p:cNvPicPr>
          <p:nvPr>
            <p:ph type="pic" sz="quarter" idx="25"/>
          </p:nvPr>
        </p:nvPicPr>
        <p:blipFill rotWithShape="1">
          <a:blip r:embed="rId1" cstate="screen"/>
          <a:srcRect l="16298" r="16298"/>
          <a:stretch>
            <a:fillRect/>
          </a:stretch>
        </p:blipFill>
        <p:spPr>
          <a:xfrm>
            <a:off x="388739" y="1631156"/>
            <a:ext cx="4102299" cy="4569619"/>
          </a:xfrm>
        </p:spPr>
      </p:pic>
      <p:sp>
        <p:nvSpPr>
          <p:cNvPr id="2" name="Datumsplatzhalter 1"/>
          <p:cNvSpPr>
            <a:spLocks noGrp="1"/>
          </p:cNvSpPr>
          <p:nvPr>
            <p:ph type="dt" sz="half" idx="10"/>
          </p:nvPr>
        </p:nvSpPr>
        <p:spPr>
          <a:xfrm>
            <a:off x="7800992" y="6634667"/>
            <a:ext cx="649217" cy="107722"/>
          </a:xfrm>
        </p:spPr>
        <p:txBody>
          <a:bodyPr/>
          <a:lstStyle/>
          <a:p>
            <a:fld id="{278B2BEE-6066-4C9A-B362-59EE3A332A73}" type="datetime4">
              <a:rPr lang="de-DE" smtClean="0"/>
            </a:fld>
            <a:endParaRPr lang="de-DE" dirty="0"/>
          </a:p>
        </p:txBody>
      </p:sp>
      <p:sp>
        <p:nvSpPr>
          <p:cNvPr id="3" name="Fußzeilenplatzhalter 2"/>
          <p:cNvSpPr>
            <a:spLocks noGrp="1"/>
          </p:cNvSpPr>
          <p:nvPr>
            <p:ph type="ftr" sz="quarter" idx="11"/>
          </p:nvPr>
        </p:nvSpPr>
        <p:spPr>
          <a:xfrm>
            <a:off x="388739" y="6634667"/>
            <a:ext cx="4102299" cy="107722"/>
          </a:xfrm>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a:xfrm>
            <a:off x="8603158" y="6634667"/>
            <a:ext cx="153889" cy="92333"/>
          </a:xfrm>
        </p:spPr>
        <p:txBody>
          <a:bodyPr/>
          <a:lstStyle/>
          <a:p>
            <a:fld id="{D949F9DF-37BD-4CD6-BF49-65BA579E1D7A}" type="slidenum">
              <a:rPr lang="de-DE" smtClean="0"/>
            </a:fld>
            <a:endParaRPr lang="de-DE"/>
          </a:p>
        </p:txBody>
      </p:sp>
      <p:sp>
        <p:nvSpPr>
          <p:cNvPr id="12" name="Textplatzhalter 11"/>
          <p:cNvSpPr>
            <a:spLocks noGrp="1"/>
          </p:cNvSpPr>
          <p:nvPr>
            <p:ph type="body" sz="quarter" idx="13"/>
          </p:nvPr>
        </p:nvSpPr>
        <p:spPr>
          <a:xfrm>
            <a:off x="4654748" y="1631156"/>
            <a:ext cx="4102299" cy="4569619"/>
          </a:xfrm>
        </p:spPr>
        <p:txBody>
          <a:bodyPr/>
          <a:lstStyle/>
          <a:p>
            <a:r>
              <a:rPr lang="de-DE" b="1" dirty="0"/>
              <a:t>Lorem ipsum dolor sit amet,</a:t>
            </a:r>
            <a:endParaRPr lang="de-DE" b="1" dirty="0"/>
          </a:p>
          <a:p>
            <a:r>
              <a:rPr lang="de-DE" dirty="0"/>
              <a:t>consetetur sadipscing elitr, sed diam nonumy eirmod tempor invidunt ut labore et dolore magna aliquyam erat, sed diam voluptua. At vero eos et accusam et justo duo dolores et</a:t>
            </a:r>
            <a:br>
              <a:rPr lang="de-DE" dirty="0"/>
            </a:br>
            <a:r>
              <a:rPr lang="de-DE" dirty="0"/>
              <a:t>ea rebum. Stet clita kasd gubergren, no sea takimata sanctus.</a:t>
            </a:r>
            <a:endParaRPr lang="de-DE" dirty="0"/>
          </a:p>
          <a:p>
            <a:pPr lvl="1"/>
            <a:r>
              <a:rPr lang="de-DE" dirty="0"/>
              <a:t>Lorem ipsum dolor sit amet, consetetur sadipscing elitr, sed diam nonumy eirmod tempor invidunt ut labore et dolore magna aliquyam erat, sed diam.</a:t>
            </a:r>
            <a:endParaRPr lang="de-DE" dirty="0"/>
          </a:p>
        </p:txBody>
      </p:sp>
      <p:sp>
        <p:nvSpPr>
          <p:cNvPr id="11" name="Titel 10"/>
          <p:cNvSpPr>
            <a:spLocks noGrp="1"/>
          </p:cNvSpPr>
          <p:nvPr>
            <p:ph type="title"/>
          </p:nvPr>
        </p:nvSpPr>
        <p:spPr>
          <a:xfrm>
            <a:off x="388739" y="301186"/>
            <a:ext cx="5133289" cy="276999"/>
          </a:xfrm>
        </p:spPr>
        <p:txBody>
          <a:bodyPr/>
          <a:lstStyle/>
          <a:p>
            <a:r>
              <a:rPr lang="de-DE" dirty="0"/>
              <a:t>Bild- Textfolie</a:t>
            </a:r>
            <a:endParaRPr lang="de-DE" dirty="0"/>
          </a:p>
        </p:txBody>
      </p:sp>
      <p:sp>
        <p:nvSpPr>
          <p:cNvPr id="17" name="Bildplatzhalter 16"/>
          <p:cNvSpPr>
            <a:spLocks noGrp="1"/>
          </p:cNvSpPr>
          <p:nvPr>
            <p:ph type="pic" sz="quarter" idx="38"/>
          </p:nvPr>
        </p:nvSpPr>
        <p:spPr/>
      </p:sp>
      <p:sp>
        <p:nvSpPr>
          <p:cNvPr id="14" name="Textplatzhalter 13"/>
          <p:cNvSpPr>
            <a:spLocks noGrp="1"/>
          </p:cNvSpPr>
          <p:nvPr>
            <p:ph type="body" sz="quarter" idx="37"/>
          </p:nvPr>
        </p:nvSpPr>
        <p:spPr>
          <a:xfrm>
            <a:off x="388738" y="611950"/>
            <a:ext cx="5133289" cy="218586"/>
          </a:xfrm>
        </p:spPr>
        <p:txBody>
          <a:bodyPr/>
          <a:lstStyle/>
          <a:p>
            <a:r>
              <a:rPr lang="de-DE" dirty="0"/>
              <a:t>Subheadline möglich. Gegebenenfalls löschen.</a:t>
            </a:r>
            <a:endParaRPr lang="de-DE"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dplatzhalter 11"/>
          <p:cNvPicPr>
            <a:picLocks noGrp="1" noChangeAspect="1"/>
          </p:cNvPicPr>
          <p:nvPr>
            <p:ph type="pic" sz="quarter" idx="13"/>
          </p:nvPr>
        </p:nvPicPr>
        <p:blipFill rotWithShape="1">
          <a:blip r:embed="rId1" cstate="screen"/>
          <a:srcRect t="10841" r="10781" b="60"/>
          <a:stretch>
            <a:fillRect/>
          </a:stretch>
        </p:blipFill>
        <p:spPr>
          <a:xfrm>
            <a:off x="0" y="0"/>
            <a:ext cx="9144000" cy="6858000"/>
          </a:xfrm>
        </p:spPr>
      </p:pic>
      <p:sp>
        <p:nvSpPr>
          <p:cNvPr id="11" name="Textplatzhalter 10"/>
          <p:cNvSpPr>
            <a:spLocks noGrp="1"/>
          </p:cNvSpPr>
          <p:nvPr>
            <p:ph type="body" sz="quarter" idx="14"/>
          </p:nvPr>
        </p:nvSpPr>
        <p:spPr/>
        <p:txBody>
          <a:bodyPr/>
          <a:lstStyle/>
          <a:p>
            <a:r>
              <a:rPr lang="de-DE" b="1" dirty="0"/>
              <a:t>Lorem ipsum dolor,</a:t>
            </a:r>
            <a:endParaRPr lang="de-DE" b="1" dirty="0"/>
          </a:p>
          <a:p>
            <a:r>
              <a:rPr lang="de-DE" dirty="0"/>
              <a:t>consetetur sadipscing elitr, sed diam nonumy eirmod tempor invidunt ut labore et dolore magna aliquyam erat sed diam voluptua.</a:t>
            </a:r>
            <a:endParaRPr lang="de-DE"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a:t>Bildfolie</a:t>
            </a:r>
            <a:endParaRPr lang="de-DE" dirty="0"/>
          </a:p>
        </p:txBody>
      </p:sp>
      <p:sp>
        <p:nvSpPr>
          <p:cNvPr id="6" name="Textplatzhalter 5"/>
          <p:cNvSpPr>
            <a:spLocks noGrp="1"/>
          </p:cNvSpPr>
          <p:nvPr>
            <p:ph type="body" sz="quarter" idx="26"/>
          </p:nvPr>
        </p:nvSpPr>
        <p:spPr/>
        <p:txBody>
          <a:bodyPr/>
          <a:lstStyle/>
          <a:p>
            <a:r>
              <a:rPr lang="de-DE" dirty="0"/>
              <a:t>Bildunterschrift oder Beschreibung möglich.</a:t>
            </a:r>
            <a:br>
              <a:rPr lang="de-DE" dirty="0"/>
            </a:br>
            <a:r>
              <a:rPr lang="de-DE" dirty="0"/>
              <a:t>Gegebenenfalls löschen.</a:t>
            </a:r>
            <a:endParaRPr lang="de-DE" dirty="0"/>
          </a:p>
        </p:txBody>
      </p:sp>
      <p:sp>
        <p:nvSpPr>
          <p:cNvPr id="8" name="Bildplatzhalter 7"/>
          <p:cNvSpPr>
            <a:spLocks noGrp="1"/>
          </p:cNvSpPr>
          <p:nvPr>
            <p:ph type="pic" sz="quarter" idx="38"/>
          </p:nvPr>
        </p:nvSpPr>
        <p:spPr/>
      </p:sp>
      <p:sp>
        <p:nvSpPr>
          <p:cNvPr id="7" name="Textplatzhalter 6"/>
          <p:cNvSpPr>
            <a:spLocks noGrp="1"/>
          </p:cNvSpPr>
          <p:nvPr>
            <p:ph type="body" sz="quarter" idx="37"/>
          </p:nvPr>
        </p:nvSpPr>
        <p:spPr/>
        <p:txBody>
          <a:bodyPr/>
          <a:lstStyle/>
          <a:p>
            <a:r>
              <a:rPr lang="de-DE" dirty="0"/>
              <a:t>Subheadline möglich. Gegebenenfalls löschen.</a:t>
            </a:r>
            <a:endParaRPr lang="de-DE" dirty="0"/>
          </a:p>
        </p:txBody>
      </p:sp>
      <p:pic>
        <p:nvPicPr>
          <p:cNvPr id="9" name="Bildplatzhalter 11"/>
          <p:cNvPicPr>
            <a:picLocks noGrp="1" noChangeAspect="1"/>
          </p:cNvPicPr>
          <p:nvPr>
            <p:ph type="pic" sz="quarter" idx="25"/>
          </p:nvPr>
        </p:nvPicPr>
        <p:blipFill rotWithShape="1">
          <a:blip r:embed="rId1" cstate="screen"/>
          <a:srcRect t="10074" b="27050"/>
          <a:stretch>
            <a:fillRect/>
          </a:stretch>
        </p:blipFill>
        <p:spPr>
          <a:xfrm>
            <a:off x="388938" y="1630363"/>
            <a:ext cx="8367712" cy="3951287"/>
          </a:xfrm>
        </p:spPr>
      </p:pic>
      <p:sp>
        <p:nvSpPr>
          <p:cNvPr id="2" name="Datumsplatzhalter 1"/>
          <p:cNvSpPr>
            <a:spLocks noGrp="1"/>
          </p:cNvSpPr>
          <p:nvPr>
            <p:ph type="dt" sz="half" idx="10"/>
          </p:nvPr>
        </p:nvSpPr>
        <p:spPr/>
        <p:txBody>
          <a:bodyPr/>
          <a:lstStyle/>
          <a:p>
            <a:fld id="{22D806F4-FC6F-4FC8-A110-F90FCF5B9DC3}"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a:t>Bildfolie</a:t>
            </a:r>
            <a:endParaRPr lang="de-DE" dirty="0"/>
          </a:p>
        </p:txBody>
      </p:sp>
      <p:pic>
        <p:nvPicPr>
          <p:cNvPr id="9" name="Bildplatzhalter 11"/>
          <p:cNvPicPr>
            <a:picLocks noGrp="1" noChangeAspect="1"/>
          </p:cNvPicPr>
          <p:nvPr>
            <p:ph type="pic" sz="quarter" idx="25"/>
          </p:nvPr>
        </p:nvPicPr>
        <p:blipFill rotWithShape="1">
          <a:blip r:embed="rId1" cstate="screen"/>
          <a:srcRect l="11017" r="11017"/>
          <a:stretch>
            <a:fillRect/>
          </a:stretch>
        </p:blipFill>
        <p:spPr/>
      </p:pic>
      <p:sp>
        <p:nvSpPr>
          <p:cNvPr id="6" name="Textplatzhalter 5"/>
          <p:cNvSpPr>
            <a:spLocks noGrp="1"/>
          </p:cNvSpPr>
          <p:nvPr>
            <p:ph type="body" sz="quarter" idx="26"/>
          </p:nvPr>
        </p:nvSpPr>
        <p:spPr/>
        <p:txBody>
          <a:bodyPr/>
          <a:lstStyle/>
          <a:p>
            <a:r>
              <a:rPr lang="de-DE" dirty="0"/>
              <a:t>Bildunterschrift oder Beschreibung möglich.</a:t>
            </a:r>
            <a:br>
              <a:rPr lang="de-DE" dirty="0"/>
            </a:br>
            <a:r>
              <a:rPr lang="de-DE" dirty="0"/>
              <a:t>Gegebenenfalls löschen.</a:t>
            </a:r>
            <a:endParaRPr lang="de-DE" dirty="0"/>
          </a:p>
        </p:txBody>
      </p:sp>
      <p:sp>
        <p:nvSpPr>
          <p:cNvPr id="7" name="Textplatzhalter 6"/>
          <p:cNvSpPr>
            <a:spLocks noGrp="1"/>
          </p:cNvSpPr>
          <p:nvPr>
            <p:ph type="body" sz="quarter" idx="28"/>
          </p:nvPr>
        </p:nvSpPr>
        <p:spPr/>
        <p:txBody>
          <a:bodyPr/>
          <a:lstStyle/>
          <a:p>
            <a:r>
              <a:rPr lang="de-DE" dirty="0"/>
              <a:t>Bildunterschrift oder Beschreibung möglich.</a:t>
            </a:r>
            <a:br>
              <a:rPr lang="de-DE" dirty="0"/>
            </a:br>
            <a:r>
              <a:rPr lang="de-DE" dirty="0"/>
              <a:t>Gegebenenfalls löschen.</a:t>
            </a:r>
            <a:endParaRPr lang="de-DE" dirty="0"/>
          </a:p>
        </p:txBody>
      </p:sp>
      <p:sp>
        <p:nvSpPr>
          <p:cNvPr id="5" name="Bildplatzhalter 4"/>
          <p:cNvSpPr>
            <a:spLocks noGrp="1"/>
          </p:cNvSpPr>
          <p:nvPr>
            <p:ph type="pic" sz="quarter" idx="38"/>
          </p:nvPr>
        </p:nvSpPr>
        <p:spPr/>
      </p:sp>
      <p:sp>
        <p:nvSpPr>
          <p:cNvPr id="3" name="Textplatzhalter 2"/>
          <p:cNvSpPr>
            <a:spLocks noGrp="1"/>
          </p:cNvSpPr>
          <p:nvPr>
            <p:ph type="body" sz="quarter" idx="37"/>
          </p:nvPr>
        </p:nvSpPr>
        <p:spPr/>
        <p:txBody>
          <a:bodyPr/>
          <a:lstStyle/>
          <a:p>
            <a:r>
              <a:rPr lang="de-DE" dirty="0"/>
              <a:t>Subheadline möglich. Gegebenenfalls löschen.</a:t>
            </a:r>
            <a:endParaRPr lang="de-DE" dirty="0"/>
          </a:p>
        </p:txBody>
      </p:sp>
      <p:pic>
        <p:nvPicPr>
          <p:cNvPr id="10" name="Bildplatzhalter 11"/>
          <p:cNvPicPr>
            <a:picLocks noGrp="1" noChangeAspect="1"/>
          </p:cNvPicPr>
          <p:nvPr>
            <p:ph type="pic" sz="quarter" idx="27"/>
          </p:nvPr>
        </p:nvPicPr>
        <p:blipFill rotWithShape="1">
          <a:blip r:embed="rId1" cstate="screen"/>
          <a:srcRect l="11017" r="11017"/>
          <a:stretch>
            <a:fillRect/>
          </a:stretch>
        </p:blipFill>
        <p:spPr>
          <a:xfrm>
            <a:off x="4654550" y="1630363"/>
            <a:ext cx="4102100" cy="3951287"/>
          </a:xfrm>
        </p:spPr>
      </p:pic>
      <p:sp>
        <p:nvSpPr>
          <p:cNvPr id="2" name="Datumsplatzhalter 1"/>
          <p:cNvSpPr>
            <a:spLocks noGrp="1"/>
          </p:cNvSpPr>
          <p:nvPr>
            <p:ph type="dt" sz="half" idx="10"/>
          </p:nvPr>
        </p:nvSpPr>
        <p:spPr/>
        <p:txBody>
          <a:bodyPr/>
          <a:lstStyle/>
          <a:p>
            <a:fld id="{16F23D74-F8FB-45B2-B669-FF17A8128707}" type="datetime4">
              <a:rPr lang="de-DE" smtClean="0"/>
            </a:fld>
            <a:endParaRPr lang="de-DE" dirty="0"/>
          </a:p>
        </p:txBody>
      </p:sp>
      <p:sp>
        <p:nvSpPr>
          <p:cNvPr id="8" name="Fußzeilenplatzhalter 7"/>
          <p:cNvSpPr>
            <a:spLocks noGrp="1"/>
          </p:cNvSpPr>
          <p:nvPr>
            <p:ph type="ftr" sz="quarter" idx="11"/>
          </p:nvPr>
        </p:nvSpPr>
        <p:spPr/>
        <p:txBody>
          <a:bodyPr/>
          <a:lstStyle/>
          <a:p>
            <a:r>
              <a:rPr lang="de-DE" dirty="0"/>
              <a:t>Fachbereich Rechtswissenschaft</a:t>
            </a:r>
            <a:endParaRPr lang="de-DE" dirty="0"/>
          </a:p>
        </p:txBody>
      </p:sp>
      <p:sp>
        <p:nvSpPr>
          <p:cNvPr id="11" name="Foliennummernplatzhalter 10"/>
          <p:cNvSpPr>
            <a:spLocks noGrp="1"/>
          </p:cNvSpPr>
          <p:nvPr>
            <p:ph type="sldNum" sz="quarter" idx="12"/>
          </p:nvPr>
        </p:nvSpPr>
        <p:spPr/>
        <p:txBody>
          <a:bodyPr/>
          <a:lstStyle/>
          <a:p>
            <a:fld id="{D949F9DF-37BD-4CD6-BF49-65BA579E1D7A}" type="slidenum">
              <a:rPr lang="de-DE" smtClean="0"/>
            </a:fld>
            <a:endParaRPr lang="de-D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CD6CC1E6-A5FB-4228-BCF5-E2094DFA6DF7}"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p:txBody>
          <a:bodyPr/>
          <a:lstStyle/>
          <a:p>
            <a:fld id="{D949F9DF-37BD-4CD6-BF49-65BA579E1D7A}" type="slidenum">
              <a:rPr lang="de-DE" smtClean="0"/>
            </a:fld>
            <a:endParaRPr lang="de-DE"/>
          </a:p>
        </p:txBody>
      </p:sp>
      <p:sp>
        <p:nvSpPr>
          <p:cNvPr id="12" name="Titel 11"/>
          <p:cNvSpPr>
            <a:spLocks noGrp="1"/>
          </p:cNvSpPr>
          <p:nvPr>
            <p:ph type="title"/>
          </p:nvPr>
        </p:nvSpPr>
        <p:spPr/>
        <p:txBody>
          <a:bodyPr/>
          <a:lstStyle/>
          <a:p>
            <a:r>
              <a:rPr lang="de-DE" dirty="0"/>
              <a:t>Bildfolie | dreispaltig</a:t>
            </a:r>
            <a:endParaRPr lang="de-DE" dirty="0"/>
          </a:p>
        </p:txBody>
      </p:sp>
      <p:sp>
        <p:nvSpPr>
          <p:cNvPr id="14" name="Textplatzhalter 13"/>
          <p:cNvSpPr>
            <a:spLocks noGrp="1"/>
          </p:cNvSpPr>
          <p:nvPr>
            <p:ph type="body" sz="quarter" idx="26"/>
          </p:nvPr>
        </p:nvSpPr>
        <p:spPr/>
        <p:txBody>
          <a:bodyPr/>
          <a:lstStyle/>
          <a:p>
            <a:r>
              <a:rPr lang="de-DE" dirty="0"/>
              <a:t>Bildunterschrift oder Beschreibung möglich. Gegebenenfalls löschen.</a:t>
            </a:r>
            <a:endParaRPr lang="de-DE" dirty="0"/>
          </a:p>
        </p:txBody>
      </p:sp>
      <p:sp>
        <p:nvSpPr>
          <p:cNvPr id="16" name="Textplatzhalter 15"/>
          <p:cNvSpPr>
            <a:spLocks noGrp="1"/>
          </p:cNvSpPr>
          <p:nvPr>
            <p:ph type="body" sz="quarter" idx="28"/>
          </p:nvPr>
        </p:nvSpPr>
        <p:spPr/>
        <p:txBody>
          <a:bodyPr/>
          <a:lstStyle/>
          <a:p>
            <a:r>
              <a:rPr lang="de-DE"/>
              <a:t>Bildunterschrift oder Beschreibung möglich. Gegebenenfalls löschen.</a:t>
            </a:r>
            <a:endParaRPr lang="de-DE" dirty="0"/>
          </a:p>
        </p:txBody>
      </p:sp>
      <p:sp>
        <p:nvSpPr>
          <p:cNvPr id="18" name="Textplatzhalter 17"/>
          <p:cNvSpPr>
            <a:spLocks noGrp="1"/>
          </p:cNvSpPr>
          <p:nvPr>
            <p:ph type="body" sz="quarter" idx="30"/>
          </p:nvPr>
        </p:nvSpPr>
        <p:spPr/>
        <p:txBody>
          <a:bodyPr/>
          <a:lstStyle/>
          <a:p>
            <a:r>
              <a:rPr lang="de-DE"/>
              <a:t>Bildunterschrift oder Beschreibung möglich. Gegebenenfalls löschen.</a:t>
            </a:r>
            <a:endParaRPr lang="de-DE" dirty="0"/>
          </a:p>
        </p:txBody>
      </p:sp>
      <p:sp>
        <p:nvSpPr>
          <p:cNvPr id="20" name="Bildplatzhalter 19"/>
          <p:cNvSpPr>
            <a:spLocks noGrp="1"/>
          </p:cNvSpPr>
          <p:nvPr>
            <p:ph type="pic" sz="quarter" idx="38"/>
          </p:nvPr>
        </p:nvSpPr>
        <p:spPr/>
      </p:sp>
      <p:sp>
        <p:nvSpPr>
          <p:cNvPr id="19" name="Textplatzhalter 18"/>
          <p:cNvSpPr>
            <a:spLocks noGrp="1"/>
          </p:cNvSpPr>
          <p:nvPr>
            <p:ph type="body" sz="quarter" idx="37"/>
          </p:nvPr>
        </p:nvSpPr>
        <p:spPr/>
        <p:txBody>
          <a:bodyPr/>
          <a:lstStyle/>
          <a:p>
            <a:r>
              <a:rPr lang="de-DE" dirty="0"/>
              <a:t>Subheadline möglich. Gegebenenfalls löschen.</a:t>
            </a:r>
            <a:endParaRPr lang="de-DE" dirty="0"/>
          </a:p>
        </p:txBody>
      </p:sp>
      <p:pic>
        <p:nvPicPr>
          <p:cNvPr id="21" name="Bildplatzhalter 11"/>
          <p:cNvPicPr>
            <a:picLocks noGrp="1" noChangeAspect="1"/>
          </p:cNvPicPr>
          <p:nvPr>
            <p:ph type="pic" sz="quarter" idx="25"/>
          </p:nvPr>
        </p:nvPicPr>
        <p:blipFill rotWithShape="1">
          <a:blip r:embed="rId1" cstate="screen"/>
          <a:srcRect l="24564" r="24564"/>
          <a:stretch>
            <a:fillRect/>
          </a:stretch>
        </p:blipFill>
        <p:spPr>
          <a:xfrm>
            <a:off x="388938" y="1630363"/>
            <a:ext cx="2676525" cy="3951287"/>
          </a:xfrm>
        </p:spPr>
      </p:pic>
      <p:pic>
        <p:nvPicPr>
          <p:cNvPr id="22" name="Bildplatzhalter 11"/>
          <p:cNvPicPr>
            <a:picLocks noGrp="1" noChangeAspect="1"/>
          </p:cNvPicPr>
          <p:nvPr>
            <p:ph type="pic" sz="quarter" idx="29"/>
          </p:nvPr>
        </p:nvPicPr>
        <p:blipFill rotWithShape="1">
          <a:blip r:embed="rId1" cstate="screen"/>
          <a:srcRect l="24549" r="24549"/>
          <a:stretch>
            <a:fillRect/>
          </a:stretch>
        </p:blipFill>
        <p:spPr>
          <a:xfrm>
            <a:off x="3233738" y="1630363"/>
            <a:ext cx="2678112" cy="3951287"/>
          </a:xfrm>
        </p:spPr>
      </p:pic>
      <p:pic>
        <p:nvPicPr>
          <p:cNvPr id="23" name="Bildplatzhalter 11"/>
          <p:cNvPicPr>
            <a:picLocks noGrp="1" noChangeAspect="1"/>
          </p:cNvPicPr>
          <p:nvPr>
            <p:ph type="pic" sz="quarter" idx="27"/>
          </p:nvPr>
        </p:nvPicPr>
        <p:blipFill rotWithShape="1">
          <a:blip r:embed="rId1" cstate="screen"/>
          <a:srcRect l="24564" r="24564"/>
          <a:stretch>
            <a:fillRect/>
          </a:stretch>
        </p:blipFill>
        <p:spPr>
          <a:xfrm>
            <a:off x="6080125" y="1630363"/>
            <a:ext cx="2676525" cy="3951287"/>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9B1D26A-3008-4C13-B289-683F10479B16}"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p:txBody>
          <a:bodyPr/>
          <a:lstStyle/>
          <a:p>
            <a:fld id="{D949F9DF-37BD-4CD6-BF49-65BA579E1D7A}" type="slidenum">
              <a:rPr lang="de-DE" smtClean="0"/>
            </a:fld>
            <a:endParaRPr lang="de-DE"/>
          </a:p>
        </p:txBody>
      </p:sp>
      <p:sp>
        <p:nvSpPr>
          <p:cNvPr id="14" name="Titel 13"/>
          <p:cNvSpPr>
            <a:spLocks noGrp="1"/>
          </p:cNvSpPr>
          <p:nvPr>
            <p:ph type="title"/>
          </p:nvPr>
        </p:nvSpPr>
        <p:spPr/>
        <p:txBody>
          <a:bodyPr/>
          <a:lstStyle/>
          <a:p>
            <a:r>
              <a:rPr lang="de-DE" dirty="0"/>
              <a:t>Inhaltsfolie | Säulendiagramm</a:t>
            </a:r>
            <a:endParaRPr lang="de-DE" dirty="0"/>
          </a:p>
        </p:txBody>
      </p:sp>
      <p:sp>
        <p:nvSpPr>
          <p:cNvPr id="17" name="Bildplatzhalter 16"/>
          <p:cNvSpPr>
            <a:spLocks noGrp="1"/>
          </p:cNvSpPr>
          <p:nvPr>
            <p:ph type="pic" sz="quarter" idx="38"/>
          </p:nvPr>
        </p:nvSpPr>
        <p:spPr/>
      </p:sp>
      <p:sp>
        <p:nvSpPr>
          <p:cNvPr id="16" name="Textplatzhalter 15"/>
          <p:cNvSpPr>
            <a:spLocks noGrp="1"/>
          </p:cNvSpPr>
          <p:nvPr>
            <p:ph type="body" sz="quarter" idx="37"/>
          </p:nvPr>
        </p:nvSpPr>
        <p:spPr/>
        <p:txBody>
          <a:bodyPr/>
          <a:lstStyle/>
          <a:p>
            <a:r>
              <a:rPr lang="de-DE" dirty="0"/>
              <a:t>Subheadline möglich. Gegebenenfalls löschen.</a:t>
            </a:r>
            <a:endParaRPr lang="de-DE" dirty="0"/>
          </a:p>
        </p:txBody>
      </p:sp>
      <p:graphicFrame>
        <p:nvGraphicFramePr>
          <p:cNvPr id="11" name="Inhaltsplatzhalter 15"/>
          <p:cNvGraphicFramePr>
            <a:graphicFrameLocks noGrp="1"/>
          </p:cNvGraphicFramePr>
          <p:nvPr>
            <p:ph sz="quarter" idx="14"/>
          </p:nvPr>
        </p:nvGraphicFramePr>
        <p:xfrm>
          <a:off x="388938" y="1630363"/>
          <a:ext cx="8366125" cy="4570412"/>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a:xfrm>
            <a:off x="7800992" y="6634667"/>
            <a:ext cx="649217" cy="107722"/>
          </a:xfrm>
        </p:spPr>
        <p:txBody>
          <a:bodyPr/>
          <a:lstStyle/>
          <a:p>
            <a:fld id="{BF40C156-C65F-4ED2-917D-CBB48009607B}" type="datetime4">
              <a:rPr lang="de-DE" smtClean="0"/>
            </a:fld>
            <a:endParaRPr lang="de-DE" dirty="0"/>
          </a:p>
        </p:txBody>
      </p:sp>
      <p:sp>
        <p:nvSpPr>
          <p:cNvPr id="3" name="Fußzeilenplatzhalter 2"/>
          <p:cNvSpPr>
            <a:spLocks noGrp="1"/>
          </p:cNvSpPr>
          <p:nvPr>
            <p:ph type="ftr" sz="quarter" idx="11"/>
          </p:nvPr>
        </p:nvSpPr>
        <p:spPr>
          <a:xfrm>
            <a:off x="388739" y="6634667"/>
            <a:ext cx="4102299" cy="107722"/>
          </a:xfrm>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a:xfrm>
            <a:off x="8575907" y="6634667"/>
            <a:ext cx="181140" cy="107722"/>
          </a:xfrm>
        </p:spPr>
        <p:txBody>
          <a:bodyPr/>
          <a:lstStyle/>
          <a:p>
            <a:fld id="{D949F9DF-37BD-4CD6-BF49-65BA579E1D7A}" type="slidenum">
              <a:rPr lang="de-DE" smtClean="0"/>
            </a:fld>
            <a:endParaRPr lang="de-DE"/>
          </a:p>
        </p:txBody>
      </p:sp>
      <p:sp>
        <p:nvSpPr>
          <p:cNvPr id="18" name="Textplatzhalter 17"/>
          <p:cNvSpPr>
            <a:spLocks noGrp="1"/>
          </p:cNvSpPr>
          <p:nvPr>
            <p:ph type="body" sz="quarter" idx="15"/>
          </p:nvPr>
        </p:nvSpPr>
        <p:spPr/>
        <p:txBody>
          <a:bodyPr/>
          <a:lstStyle/>
          <a:p>
            <a:r>
              <a:rPr lang="de-DE" b="1" dirty="0"/>
              <a:t>Lorem ipsum dolor sit amet,</a:t>
            </a:r>
            <a:endParaRPr lang="de-DE" b="1" dirty="0"/>
          </a:p>
          <a:p>
            <a:r>
              <a:rPr lang="de-DE" dirty="0"/>
              <a:t>consetetur sadipscing elitr, sed diam nonumy eirmod tempor invidunt ut labore et dolore mag-na aliquyam erat, sed diam voluptua.</a:t>
            </a:r>
            <a:endParaRPr lang="de-DE" dirty="0"/>
          </a:p>
          <a:p>
            <a:pPr lvl="1"/>
            <a:r>
              <a:rPr lang="de-DE" dirty="0"/>
              <a:t>At vero eos et accusam</a:t>
            </a:r>
            <a:br>
              <a:rPr lang="de-DE" dirty="0"/>
            </a:br>
            <a:r>
              <a:rPr lang="de-DE" dirty="0"/>
              <a:t>et justo duo dolores</a:t>
            </a:r>
            <a:endParaRPr lang="de-DE" dirty="0"/>
          </a:p>
        </p:txBody>
      </p:sp>
      <p:sp>
        <p:nvSpPr>
          <p:cNvPr id="17" name="Titel 16"/>
          <p:cNvSpPr>
            <a:spLocks noGrp="1"/>
          </p:cNvSpPr>
          <p:nvPr>
            <p:ph type="title"/>
          </p:nvPr>
        </p:nvSpPr>
        <p:spPr/>
        <p:txBody>
          <a:bodyPr/>
          <a:lstStyle/>
          <a:p>
            <a:r>
              <a:rPr lang="de-DE" dirty="0"/>
              <a:t>Inhaltsfolie mit Text | Säulendiagramm</a:t>
            </a:r>
            <a:endParaRPr lang="de-DE" dirty="0"/>
          </a:p>
        </p:txBody>
      </p:sp>
      <p:sp>
        <p:nvSpPr>
          <p:cNvPr id="21" name="Bildplatzhalter 20"/>
          <p:cNvSpPr>
            <a:spLocks noGrp="1"/>
          </p:cNvSpPr>
          <p:nvPr>
            <p:ph type="pic" sz="quarter" idx="38"/>
          </p:nvPr>
        </p:nvSpPr>
        <p:spPr/>
      </p:sp>
      <p:sp>
        <p:nvSpPr>
          <p:cNvPr id="20" name="Textplatzhalter 19"/>
          <p:cNvSpPr>
            <a:spLocks noGrp="1"/>
          </p:cNvSpPr>
          <p:nvPr>
            <p:ph type="body" sz="quarter" idx="37"/>
          </p:nvPr>
        </p:nvSpPr>
        <p:spPr/>
        <p:txBody>
          <a:bodyPr/>
          <a:lstStyle/>
          <a:p>
            <a:r>
              <a:rPr lang="de-DE" dirty="0"/>
              <a:t>Subheadline möglich. Gegebenenfalls löschen.</a:t>
            </a:r>
            <a:endParaRPr lang="de-DE" dirty="0"/>
          </a:p>
        </p:txBody>
      </p:sp>
      <p:graphicFrame>
        <p:nvGraphicFramePr>
          <p:cNvPr id="13" name="Inhaltsplatzhalter 15"/>
          <p:cNvGraphicFramePr>
            <a:graphicFrameLocks noGrp="1"/>
          </p:cNvGraphicFramePr>
          <p:nvPr>
            <p:ph sz="quarter" idx="16"/>
          </p:nvPr>
        </p:nvGraphicFramePr>
        <p:xfrm>
          <a:off x="388938" y="1631950"/>
          <a:ext cx="5522912" cy="456882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577DB4E-5FEF-4D77-A909-D77DCCDEDDC5}"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p:txBody>
          <a:bodyPr/>
          <a:lstStyle/>
          <a:p>
            <a:fld id="{D949F9DF-37BD-4CD6-BF49-65BA579E1D7A}" type="slidenum">
              <a:rPr lang="de-DE" smtClean="0"/>
            </a:fld>
            <a:endParaRPr lang="de-DE"/>
          </a:p>
        </p:txBody>
      </p:sp>
      <p:sp>
        <p:nvSpPr>
          <p:cNvPr id="9" name="Titel 8"/>
          <p:cNvSpPr>
            <a:spLocks noGrp="1"/>
          </p:cNvSpPr>
          <p:nvPr>
            <p:ph type="title"/>
          </p:nvPr>
        </p:nvSpPr>
        <p:spPr/>
        <p:txBody>
          <a:bodyPr/>
          <a:lstStyle/>
          <a:p>
            <a:r>
              <a:rPr lang="de-DE" dirty="0"/>
              <a:t>Inhaltsfolie | Torten- &amp; Ringdiagramm</a:t>
            </a:r>
            <a:endParaRPr lang="de-DE" dirty="0"/>
          </a:p>
        </p:txBody>
      </p:sp>
      <p:sp>
        <p:nvSpPr>
          <p:cNvPr id="12" name="Bildplatzhalter 11"/>
          <p:cNvSpPr>
            <a:spLocks noGrp="1"/>
          </p:cNvSpPr>
          <p:nvPr>
            <p:ph type="pic" sz="quarter" idx="38"/>
          </p:nvPr>
        </p:nvSpPr>
        <p:spPr/>
      </p:sp>
      <p:sp>
        <p:nvSpPr>
          <p:cNvPr id="11" name="Textplatzhalter 10"/>
          <p:cNvSpPr>
            <a:spLocks noGrp="1"/>
          </p:cNvSpPr>
          <p:nvPr>
            <p:ph type="body" sz="quarter" idx="37"/>
          </p:nvPr>
        </p:nvSpPr>
        <p:spPr/>
        <p:txBody>
          <a:bodyPr/>
          <a:lstStyle/>
          <a:p>
            <a:r>
              <a:rPr lang="de-DE" dirty="0"/>
              <a:t>Subheadline möglich. Gegebenenfalls löschen.</a:t>
            </a:r>
            <a:endParaRPr lang="de-DE" dirty="0"/>
          </a:p>
        </p:txBody>
      </p:sp>
      <p:graphicFrame>
        <p:nvGraphicFramePr>
          <p:cNvPr id="16" name="Inhaltsplatzhalter 13"/>
          <p:cNvGraphicFramePr>
            <a:graphicFrameLocks noGrp="1"/>
          </p:cNvGraphicFramePr>
          <p:nvPr>
            <p:ph sz="quarter" idx="14"/>
          </p:nvPr>
        </p:nvGraphicFramePr>
        <p:xfrm>
          <a:off x="388938" y="1630363"/>
          <a:ext cx="4102100" cy="4570412"/>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7" name="Inhaltsplatzhalter 13"/>
          <p:cNvGraphicFramePr>
            <a:graphicFrameLocks noGrp="1"/>
          </p:cNvGraphicFramePr>
          <p:nvPr>
            <p:ph sz="quarter" idx="39"/>
          </p:nvPr>
        </p:nvGraphicFramePr>
        <p:xfrm>
          <a:off x="4654550" y="1630363"/>
          <a:ext cx="4102100" cy="457041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8AD38270-CE87-4ACB-84E5-7867C0F9124C}"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p:txBody>
          <a:bodyPr/>
          <a:lstStyle/>
          <a:p>
            <a:fld id="{D949F9DF-37BD-4CD6-BF49-65BA579E1D7A}" type="slidenum">
              <a:rPr lang="de-DE" smtClean="0"/>
            </a:fld>
            <a:endParaRPr lang="de-DE"/>
          </a:p>
        </p:txBody>
      </p:sp>
      <p:sp>
        <p:nvSpPr>
          <p:cNvPr id="11" name="Textplatzhalter 10"/>
          <p:cNvSpPr>
            <a:spLocks noGrp="1"/>
          </p:cNvSpPr>
          <p:nvPr>
            <p:ph type="body" sz="quarter" idx="15"/>
          </p:nvPr>
        </p:nvSpPr>
        <p:spPr/>
        <p:txBody>
          <a:bodyPr/>
          <a:lstStyle/>
          <a:p>
            <a:r>
              <a:rPr lang="de-DE" b="1"/>
              <a:t>Lorem ipsum dolor sit amet,</a:t>
            </a:r>
            <a:endParaRPr lang="de-DE" b="1"/>
          </a:p>
          <a:p>
            <a:r>
              <a:rPr lang="de-DE"/>
              <a:t>consetetur sadipscing elitr, sed diam nonumy eirmod tempor invidunt ut labore et dolore mag-na aliquyam erat, sed diam voluptua.</a:t>
            </a:r>
            <a:endParaRPr lang="de-DE"/>
          </a:p>
          <a:p>
            <a:pPr lvl="1"/>
            <a:r>
              <a:rPr lang="de-DE"/>
              <a:t>At vero eos et accusam</a:t>
            </a:r>
            <a:br>
              <a:rPr lang="de-DE"/>
            </a:br>
            <a:r>
              <a:rPr lang="de-DE"/>
              <a:t>et justo duo dolores</a:t>
            </a:r>
            <a:endParaRPr lang="de-DE" dirty="0"/>
          </a:p>
        </p:txBody>
      </p:sp>
      <p:sp>
        <p:nvSpPr>
          <p:cNvPr id="10" name="Titel 9"/>
          <p:cNvSpPr>
            <a:spLocks noGrp="1"/>
          </p:cNvSpPr>
          <p:nvPr>
            <p:ph type="title"/>
          </p:nvPr>
        </p:nvSpPr>
        <p:spPr>
          <a:xfrm>
            <a:off x="388739" y="301186"/>
            <a:ext cx="5133289" cy="276999"/>
          </a:xfrm>
        </p:spPr>
        <p:txBody>
          <a:bodyPr/>
          <a:lstStyle/>
          <a:p>
            <a:r>
              <a:rPr lang="de-DE" dirty="0"/>
              <a:t>Inhaltsfolie mit Text | Tortendiagramm</a:t>
            </a:r>
            <a:endParaRPr lang="de-DE" dirty="0"/>
          </a:p>
        </p:txBody>
      </p:sp>
      <p:sp>
        <p:nvSpPr>
          <p:cNvPr id="14" name="Bildplatzhalter 13"/>
          <p:cNvSpPr>
            <a:spLocks noGrp="1"/>
          </p:cNvSpPr>
          <p:nvPr>
            <p:ph type="pic" sz="quarter" idx="38"/>
          </p:nvPr>
        </p:nvSpPr>
        <p:spPr/>
      </p:sp>
      <p:sp>
        <p:nvSpPr>
          <p:cNvPr id="13" name="Textplatzhalter 12"/>
          <p:cNvSpPr>
            <a:spLocks noGrp="1"/>
          </p:cNvSpPr>
          <p:nvPr>
            <p:ph type="body" sz="quarter" idx="37"/>
          </p:nvPr>
        </p:nvSpPr>
        <p:spPr/>
        <p:txBody>
          <a:bodyPr/>
          <a:lstStyle/>
          <a:p>
            <a:r>
              <a:rPr lang="de-DE" dirty="0"/>
              <a:t>Subheadline möglich. Gegebenenfalls löschen.</a:t>
            </a:r>
            <a:endParaRPr lang="de-DE" dirty="0"/>
          </a:p>
        </p:txBody>
      </p:sp>
      <p:graphicFrame>
        <p:nvGraphicFramePr>
          <p:cNvPr id="12" name="Inhaltsplatzhalter 13"/>
          <p:cNvGraphicFramePr>
            <a:graphicFrameLocks noGrp="1"/>
          </p:cNvGraphicFramePr>
          <p:nvPr>
            <p:ph sz="quarter" idx="16"/>
          </p:nvPr>
        </p:nvGraphicFramePr>
        <p:xfrm>
          <a:off x="388938" y="1631950"/>
          <a:ext cx="5522912" cy="456882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EDF51090-270E-4216-9B0A-093192AB7CD3}"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p:txBody>
          <a:bodyPr/>
          <a:lstStyle/>
          <a:p>
            <a:fld id="{D949F9DF-37BD-4CD6-BF49-65BA579E1D7A}" type="slidenum">
              <a:rPr lang="de-DE" smtClean="0"/>
            </a:fld>
            <a:endParaRPr lang="de-DE"/>
          </a:p>
        </p:txBody>
      </p:sp>
      <p:sp>
        <p:nvSpPr>
          <p:cNvPr id="11" name="Textplatzhalter 10"/>
          <p:cNvSpPr>
            <a:spLocks noGrp="1"/>
          </p:cNvSpPr>
          <p:nvPr>
            <p:ph type="body" sz="quarter" idx="15"/>
          </p:nvPr>
        </p:nvSpPr>
        <p:spPr/>
        <p:txBody>
          <a:bodyPr/>
          <a:lstStyle/>
          <a:p>
            <a:r>
              <a:rPr lang="de-DE" b="1" dirty="0"/>
              <a:t>Lorem ipsum dolor sit amet,</a:t>
            </a:r>
            <a:endParaRPr lang="de-DE" b="1" dirty="0"/>
          </a:p>
          <a:p>
            <a:r>
              <a:rPr lang="de-DE" dirty="0"/>
              <a:t>consetetur sadipscing elitr, sed diam nonumy eirmod tempor invidunt ut labore et dolore mag-na aliquyam erat, sed diam voluptua.</a:t>
            </a:r>
            <a:endParaRPr lang="de-DE" dirty="0"/>
          </a:p>
          <a:p>
            <a:pPr lvl="1"/>
            <a:r>
              <a:rPr lang="de-DE" dirty="0"/>
              <a:t>At vero eos et accusam</a:t>
            </a:r>
            <a:br>
              <a:rPr lang="de-DE" dirty="0"/>
            </a:br>
            <a:r>
              <a:rPr lang="de-DE" dirty="0"/>
              <a:t>et justo duo dolores</a:t>
            </a:r>
            <a:endParaRPr lang="de-DE" dirty="0"/>
          </a:p>
        </p:txBody>
      </p:sp>
      <p:sp>
        <p:nvSpPr>
          <p:cNvPr id="10" name="Titel 9"/>
          <p:cNvSpPr>
            <a:spLocks noGrp="1"/>
          </p:cNvSpPr>
          <p:nvPr>
            <p:ph type="title"/>
          </p:nvPr>
        </p:nvSpPr>
        <p:spPr/>
        <p:txBody>
          <a:bodyPr/>
          <a:lstStyle/>
          <a:p>
            <a:r>
              <a:rPr lang="de-DE" dirty="0"/>
              <a:t>Inhaltsfolie mit Text | Ringdiagramm</a:t>
            </a:r>
            <a:endParaRPr lang="de-DE" dirty="0"/>
          </a:p>
        </p:txBody>
      </p:sp>
      <p:sp>
        <p:nvSpPr>
          <p:cNvPr id="14" name="Bildplatzhalter 13"/>
          <p:cNvSpPr>
            <a:spLocks noGrp="1"/>
          </p:cNvSpPr>
          <p:nvPr>
            <p:ph type="pic" sz="quarter" idx="38"/>
          </p:nvPr>
        </p:nvSpPr>
        <p:spPr/>
      </p:sp>
      <p:sp>
        <p:nvSpPr>
          <p:cNvPr id="13" name="Textplatzhalter 12"/>
          <p:cNvSpPr>
            <a:spLocks noGrp="1"/>
          </p:cNvSpPr>
          <p:nvPr>
            <p:ph type="body" sz="quarter" idx="37"/>
          </p:nvPr>
        </p:nvSpPr>
        <p:spPr>
          <a:xfrm>
            <a:off x="388738" y="611950"/>
            <a:ext cx="5133289" cy="218586"/>
          </a:xfrm>
        </p:spPr>
        <p:txBody>
          <a:bodyPr/>
          <a:lstStyle/>
          <a:p>
            <a:r>
              <a:rPr lang="de-DE" dirty="0"/>
              <a:t>Subheadline möglich. Gegebenenfalls löschen.</a:t>
            </a:r>
            <a:endParaRPr lang="de-DE" dirty="0"/>
          </a:p>
        </p:txBody>
      </p:sp>
      <p:graphicFrame>
        <p:nvGraphicFramePr>
          <p:cNvPr id="15" name="Inhaltsplatzhalter 13"/>
          <p:cNvGraphicFramePr>
            <a:graphicFrameLocks noGrp="1"/>
          </p:cNvGraphicFramePr>
          <p:nvPr>
            <p:ph sz="quarter" idx="16"/>
          </p:nvPr>
        </p:nvGraphicFramePr>
        <p:xfrm>
          <a:off x="388938" y="1631950"/>
          <a:ext cx="5522912" cy="456882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808482DB-86FE-4D54-99F8-4647B1145BB9}"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p:txBody>
          <a:bodyPr/>
          <a:lstStyle/>
          <a:p>
            <a:fld id="{D949F9DF-37BD-4CD6-BF49-65BA579E1D7A}" type="slidenum">
              <a:rPr lang="de-DE" smtClean="0"/>
            </a:fld>
            <a:endParaRPr lang="de-DE"/>
          </a:p>
        </p:txBody>
      </p:sp>
      <p:sp>
        <p:nvSpPr>
          <p:cNvPr id="10" name="Titel 9"/>
          <p:cNvSpPr>
            <a:spLocks noGrp="1"/>
          </p:cNvSpPr>
          <p:nvPr>
            <p:ph type="title"/>
          </p:nvPr>
        </p:nvSpPr>
        <p:spPr/>
        <p:txBody>
          <a:bodyPr/>
          <a:lstStyle/>
          <a:p>
            <a:r>
              <a:rPr lang="de-DE" dirty="0"/>
              <a:t>Inhaltsfolie | Tabellenbeispiel</a:t>
            </a:r>
            <a:endParaRPr lang="de-DE" dirty="0"/>
          </a:p>
        </p:txBody>
      </p:sp>
      <p:sp>
        <p:nvSpPr>
          <p:cNvPr id="13" name="Bildplatzhalter 12"/>
          <p:cNvSpPr>
            <a:spLocks noGrp="1"/>
          </p:cNvSpPr>
          <p:nvPr>
            <p:ph type="pic" sz="quarter" idx="38"/>
          </p:nvPr>
        </p:nvSpPr>
        <p:spPr/>
      </p:sp>
      <p:sp>
        <p:nvSpPr>
          <p:cNvPr id="12" name="Textplatzhalter 11"/>
          <p:cNvSpPr>
            <a:spLocks noGrp="1"/>
          </p:cNvSpPr>
          <p:nvPr>
            <p:ph type="body" sz="quarter" idx="37"/>
          </p:nvPr>
        </p:nvSpPr>
        <p:spPr/>
        <p:txBody>
          <a:bodyPr/>
          <a:lstStyle/>
          <a:p>
            <a:r>
              <a:rPr lang="de-DE" dirty="0"/>
              <a:t>Subheadline möglich. Gegebenenfalls löschen.</a:t>
            </a:r>
            <a:endParaRPr lang="de-DE" dirty="0"/>
          </a:p>
        </p:txBody>
      </p:sp>
      <p:graphicFrame>
        <p:nvGraphicFramePr>
          <p:cNvPr id="14" name="Inhaltsplatzhalter 7"/>
          <p:cNvGraphicFramePr>
            <a:graphicFrameLocks noGrp="1"/>
          </p:cNvGraphicFramePr>
          <p:nvPr>
            <p:ph sz="quarter" idx="14"/>
          </p:nvPr>
        </p:nvGraphicFramePr>
        <p:xfrm>
          <a:off x="388938" y="1630363"/>
          <a:ext cx="8366440" cy="4567241"/>
        </p:xfrm>
        <a:graphic>
          <a:graphicData uri="http://schemas.openxmlformats.org/drawingml/2006/table">
            <a:tbl>
              <a:tblPr bandRow="1">
                <a:tableStyleId>{5C22544A-7EE6-4342-B048-85BDC9FD1C3A}</a:tableStyleId>
              </a:tblPr>
              <a:tblGrid>
                <a:gridCol w="2165028"/>
                <a:gridCol w="1550353"/>
                <a:gridCol w="1550353"/>
                <a:gridCol w="1550353"/>
                <a:gridCol w="1550353"/>
              </a:tblGrid>
              <a:tr h="432000">
                <a:tc>
                  <a:txBody>
                    <a:bodyPr/>
                    <a:lstStyle/>
                    <a:p>
                      <a:r>
                        <a:rPr lang="de-DE" sz="1400" b="1" dirty="0">
                          <a:solidFill>
                            <a:schemeClr val="bg1"/>
                          </a:solidFill>
                          <a:latin typeface="+mn-lt"/>
                        </a:rPr>
                        <a:t>Lorem ipsum dolor</a:t>
                      </a:r>
                      <a:endParaRPr lang="de-DE" sz="1400" b="1" dirty="0">
                        <a:solidFill>
                          <a:schemeClr val="bg1"/>
                        </a:solidFill>
                        <a:latin typeface="+mn-lt"/>
                      </a:endParaRPr>
                    </a:p>
                  </a:txBody>
                  <a:tcPr marL="108000" marR="108000" marT="36000" marB="36000" anchor="ctr">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endParaRPr lang="de-DE" sz="1400" b="1" dirty="0">
                        <a:solidFill>
                          <a:schemeClr val="bg1"/>
                        </a:solidFill>
                        <a:latin typeface="+mn-lt"/>
                      </a:endParaRP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endParaRPr lang="de-DE" sz="1400" b="1" dirty="0">
                        <a:solidFill>
                          <a:schemeClr val="bg1"/>
                        </a:solidFill>
                        <a:latin typeface="+mn-lt"/>
                      </a:endParaRP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endParaRPr kumimoji="0" lang="de-DE" sz="1400" b="1" i="0" u="none" strike="noStrike" kern="1200" cap="none" spc="0" normalizeH="0" baseline="0" noProof="0" dirty="0">
                        <a:ln>
                          <a:noFill/>
                        </a:ln>
                        <a:solidFill>
                          <a:schemeClr val="bg1"/>
                        </a:solidFill>
                        <a:effectLst/>
                        <a:uLnTx/>
                        <a:uFillTx/>
                        <a:latin typeface="+mn-lt"/>
                        <a:ea typeface="+mn-ea"/>
                        <a:cs typeface="+mn-cs"/>
                      </a:endParaRP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endParaRPr kumimoji="0" lang="de-DE" sz="1400" b="1" i="0" u="none" strike="noStrike" kern="1200" cap="none" spc="0" normalizeH="0" baseline="0" noProof="0" dirty="0">
                        <a:ln>
                          <a:noFill/>
                        </a:ln>
                        <a:solidFill>
                          <a:schemeClr val="bg1"/>
                        </a:solidFill>
                        <a:effectLst/>
                        <a:uLnTx/>
                        <a:uFillTx/>
                        <a:latin typeface="+mn-lt"/>
                        <a:ea typeface="+mn-ea"/>
                        <a:cs typeface="+mn-cs"/>
                      </a:endParaRPr>
                    </a:p>
                  </a:txBody>
                  <a:tcPr marL="108000" marR="108000" marT="36000" marB="3600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E677E84-4A41-4273-BEEA-607DA8090E88}"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p:txBody>
          <a:bodyPr/>
          <a:lstStyle/>
          <a:p>
            <a:fld id="{D949F9DF-37BD-4CD6-BF49-65BA579E1D7A}" type="slidenum">
              <a:rPr lang="de-DE" smtClean="0"/>
            </a:fld>
            <a:endParaRPr lang="de-DE"/>
          </a:p>
        </p:txBody>
      </p:sp>
      <p:sp>
        <p:nvSpPr>
          <p:cNvPr id="10" name="Textplatzhalter 9"/>
          <p:cNvSpPr>
            <a:spLocks noGrp="1"/>
          </p:cNvSpPr>
          <p:nvPr>
            <p:ph type="body" sz="quarter" idx="15"/>
          </p:nvPr>
        </p:nvSpPr>
        <p:spPr/>
        <p:txBody>
          <a:bodyPr/>
          <a:lstStyle/>
          <a:p>
            <a:r>
              <a:rPr lang="de-DE" b="1"/>
              <a:t>Lorem ipsum dolor sit amet,</a:t>
            </a:r>
            <a:endParaRPr lang="de-DE" b="1"/>
          </a:p>
          <a:p>
            <a:r>
              <a:rPr lang="de-DE"/>
              <a:t>consetetur sadipscing elitr, sed diam nonumy eirmod tempor invidunt ut labore et dolore mag-na aliquyam erat, sed diam voluptua.</a:t>
            </a:r>
            <a:endParaRPr lang="de-DE"/>
          </a:p>
          <a:p>
            <a:pPr lvl="1"/>
            <a:r>
              <a:rPr lang="de-DE"/>
              <a:t>At vero eos et accusam</a:t>
            </a:r>
            <a:br>
              <a:rPr lang="de-DE"/>
            </a:br>
            <a:r>
              <a:rPr lang="de-DE"/>
              <a:t>et justo duo dolores</a:t>
            </a:r>
            <a:endParaRPr lang="de-DE" dirty="0"/>
          </a:p>
        </p:txBody>
      </p:sp>
      <p:sp>
        <p:nvSpPr>
          <p:cNvPr id="9" name="Titel 8"/>
          <p:cNvSpPr>
            <a:spLocks noGrp="1"/>
          </p:cNvSpPr>
          <p:nvPr>
            <p:ph type="title"/>
          </p:nvPr>
        </p:nvSpPr>
        <p:spPr/>
        <p:txBody>
          <a:bodyPr/>
          <a:lstStyle/>
          <a:p>
            <a:r>
              <a:rPr lang="de-DE" dirty="0"/>
              <a:t>Inhaltsfolie mit Text | Tabellenbeispiel</a:t>
            </a:r>
            <a:endParaRPr lang="de-DE" dirty="0"/>
          </a:p>
        </p:txBody>
      </p:sp>
      <p:sp>
        <p:nvSpPr>
          <p:cNvPr id="13" name="Bildplatzhalter 12"/>
          <p:cNvSpPr>
            <a:spLocks noGrp="1"/>
          </p:cNvSpPr>
          <p:nvPr>
            <p:ph type="pic" sz="quarter" idx="38"/>
          </p:nvPr>
        </p:nvSpPr>
        <p:spPr/>
      </p:sp>
      <p:sp>
        <p:nvSpPr>
          <p:cNvPr id="12" name="Textplatzhalter 11"/>
          <p:cNvSpPr>
            <a:spLocks noGrp="1"/>
          </p:cNvSpPr>
          <p:nvPr>
            <p:ph type="body" sz="quarter" idx="37"/>
          </p:nvPr>
        </p:nvSpPr>
        <p:spPr/>
        <p:txBody>
          <a:bodyPr/>
          <a:lstStyle/>
          <a:p>
            <a:r>
              <a:rPr lang="de-DE" dirty="0"/>
              <a:t>Subheadline möglich. Gegebenenfalls löschen.</a:t>
            </a:r>
            <a:endParaRPr lang="de-DE" dirty="0"/>
          </a:p>
        </p:txBody>
      </p:sp>
      <p:graphicFrame>
        <p:nvGraphicFramePr>
          <p:cNvPr id="17" name="Inhaltsplatzhalter 7"/>
          <p:cNvGraphicFramePr>
            <a:graphicFrameLocks noGrp="1"/>
          </p:cNvGraphicFramePr>
          <p:nvPr>
            <p:ph sz="quarter" idx="16"/>
          </p:nvPr>
        </p:nvGraphicFramePr>
        <p:xfrm>
          <a:off x="388938" y="1631950"/>
          <a:ext cx="5516562" cy="4567241"/>
        </p:xfrm>
        <a:graphic>
          <a:graphicData uri="http://schemas.openxmlformats.org/drawingml/2006/table">
            <a:tbl>
              <a:tblPr bandRow="1">
                <a:tableStyleId>{5C22544A-7EE6-4342-B048-85BDC9FD1C3A}</a:tableStyleId>
              </a:tblPr>
              <a:tblGrid>
                <a:gridCol w="2165028"/>
                <a:gridCol w="1675767"/>
                <a:gridCol w="1675767"/>
              </a:tblGrid>
              <a:tr h="432000">
                <a:tc>
                  <a:txBody>
                    <a:bodyPr/>
                    <a:lstStyle/>
                    <a:p>
                      <a:r>
                        <a:rPr lang="de-DE" sz="1400" b="1" dirty="0">
                          <a:solidFill>
                            <a:schemeClr val="bg1"/>
                          </a:solidFill>
                          <a:latin typeface="+mn-lt"/>
                        </a:rPr>
                        <a:t>Lorem ipsum dolor</a:t>
                      </a:r>
                      <a:endParaRPr lang="de-DE" sz="1400" b="1" dirty="0">
                        <a:solidFill>
                          <a:schemeClr val="bg1"/>
                        </a:solidFill>
                        <a:latin typeface="+mn-lt"/>
                      </a:endParaRPr>
                    </a:p>
                  </a:txBody>
                  <a:tcPr marL="108000" marR="108000" marT="36000" marB="36000" anchor="ctr">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endParaRPr lang="de-DE" sz="1400" b="1" dirty="0">
                        <a:solidFill>
                          <a:schemeClr val="bg1"/>
                        </a:solidFill>
                        <a:latin typeface="+mn-lt"/>
                      </a:endParaRP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endParaRPr lang="de-DE" sz="1400" b="1" dirty="0">
                        <a:solidFill>
                          <a:schemeClr val="bg1"/>
                        </a:solidFill>
                        <a:latin typeface="+mn-lt"/>
                      </a:endParaRPr>
                    </a:p>
                  </a:txBody>
                  <a:tcPr marL="108000" marR="108000" marT="36000" marB="3600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rPr>
                        <a:t>Lorem ipsum dolor</a:t>
                      </a:r>
                      <a:endParaRPr kumimoji="0" lang="de-DE" sz="1200" b="1" i="0" u="none" strike="noStrike" kern="1200" cap="none" spc="0" normalizeH="0" baseline="0" noProof="0" dirty="0">
                        <a:ln>
                          <a:noFill/>
                        </a:ln>
                        <a:solidFill>
                          <a:prstClr val="black"/>
                        </a:solidFill>
                        <a:effectLst/>
                        <a:uLnTx/>
                        <a:uFillTx/>
                        <a:latin typeface="Arial" panose="020B0604020202090204"/>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p:txBody>
          <a:bodyPr/>
          <a:lstStyle/>
          <a:p>
            <a:r>
              <a:rPr lang="de-DE" dirty="0"/>
              <a:t>Folie zur freien Gestaltung | Blau</a:t>
            </a:r>
            <a:endParaRPr lang="de-DE" dirty="0"/>
          </a:p>
        </p:txBody>
      </p:sp>
      <p:sp>
        <p:nvSpPr>
          <p:cNvPr id="2" name="Datumsplatzhalter 1"/>
          <p:cNvSpPr>
            <a:spLocks noGrp="1"/>
          </p:cNvSpPr>
          <p:nvPr>
            <p:ph type="dt" sz="half" idx="10"/>
          </p:nvPr>
        </p:nvSpPr>
        <p:spPr/>
        <p:txBody>
          <a:bodyPr/>
          <a:lstStyle/>
          <a:p>
            <a:fld id="{965F9FAA-2F9B-4B31-BE4C-EAF8EF8D6013}"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p:txBody>
          <a:bodyPr/>
          <a:lstStyle/>
          <a:p>
            <a:fld id="{D949F9DF-37BD-4CD6-BF49-65BA579E1D7A}" type="slidenum">
              <a:rPr lang="de-DE" smtClean="0"/>
            </a:fld>
            <a:endParaRPr lang="de-DE"/>
          </a:p>
        </p:txBody>
      </p:sp>
      <p:sp>
        <p:nvSpPr>
          <p:cNvPr id="13" name="Bildplatzhalter 12"/>
          <p:cNvSpPr>
            <a:spLocks noGrp="1"/>
          </p:cNvSpPr>
          <p:nvPr>
            <p:ph type="pic" sz="quarter" idx="38"/>
          </p:nvPr>
        </p:nvSpPr>
        <p:spPr/>
      </p:sp>
      <p:sp>
        <p:nvSpPr>
          <p:cNvPr id="12" name="Textplatzhalter 11"/>
          <p:cNvSpPr>
            <a:spLocks noGrp="1"/>
          </p:cNvSpPr>
          <p:nvPr>
            <p:ph type="body" sz="quarter" idx="37"/>
          </p:nvPr>
        </p:nvSpPr>
        <p:spPr>
          <a:xfrm>
            <a:off x="388738" y="611950"/>
            <a:ext cx="5133289" cy="218586"/>
          </a:xfrm>
        </p:spPr>
        <p:txBody>
          <a:bodyPr/>
          <a:lstStyle/>
          <a:p>
            <a:r>
              <a:rPr lang="de-DE" dirty="0"/>
              <a:t>Subheadline möglich. Gegebenenfalls löschen.</a:t>
            </a:r>
            <a:endParaRPr lang="de-DE"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p:txBody>
          <a:bodyPr/>
          <a:lstStyle/>
          <a:p>
            <a:r>
              <a:rPr lang="de-DE" dirty="0"/>
              <a:t>Folie zur freien Gestaltung | Zeitstrahl</a:t>
            </a:r>
            <a:endParaRPr lang="de-DE" dirty="0"/>
          </a:p>
        </p:txBody>
      </p:sp>
      <p:sp>
        <p:nvSpPr>
          <p:cNvPr id="2" name="Datumsplatzhalter 1"/>
          <p:cNvSpPr>
            <a:spLocks noGrp="1"/>
          </p:cNvSpPr>
          <p:nvPr>
            <p:ph type="dt" sz="half" idx="10"/>
          </p:nvPr>
        </p:nvSpPr>
        <p:spPr>
          <a:xfrm>
            <a:off x="7930836" y="6634667"/>
            <a:ext cx="519373" cy="107722"/>
          </a:xfrm>
        </p:spPr>
        <p:txBody>
          <a:bodyPr/>
          <a:lstStyle/>
          <a:p>
            <a:fld id="{B831044B-5A3A-4366-BAA2-576AB860AF4E}"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a:xfrm>
            <a:off x="8657661" y="6634667"/>
            <a:ext cx="99386" cy="107722"/>
          </a:xfrm>
        </p:spPr>
        <p:txBody>
          <a:bodyPr/>
          <a:lstStyle/>
          <a:p>
            <a:fld id="{D949F9DF-37BD-4CD6-BF49-65BA579E1D7A}" type="slidenum">
              <a:rPr lang="de-DE" smtClean="0"/>
            </a:fld>
            <a:endParaRPr lang="de-DE"/>
          </a:p>
        </p:txBody>
      </p:sp>
      <p:sp>
        <p:nvSpPr>
          <p:cNvPr id="13" name="Bildplatzhalter 12"/>
          <p:cNvSpPr>
            <a:spLocks noGrp="1"/>
          </p:cNvSpPr>
          <p:nvPr>
            <p:ph type="pic" sz="quarter" idx="38"/>
          </p:nvPr>
        </p:nvSpPr>
        <p:spPr/>
      </p:sp>
      <p:sp>
        <p:nvSpPr>
          <p:cNvPr id="12" name="Textplatzhalter 11"/>
          <p:cNvSpPr>
            <a:spLocks noGrp="1"/>
          </p:cNvSpPr>
          <p:nvPr>
            <p:ph type="body" sz="quarter" idx="37"/>
          </p:nvPr>
        </p:nvSpPr>
        <p:spPr>
          <a:xfrm>
            <a:off x="388738" y="611950"/>
            <a:ext cx="5133289" cy="218586"/>
          </a:xfrm>
        </p:spPr>
        <p:txBody>
          <a:bodyPr/>
          <a:lstStyle/>
          <a:p>
            <a:r>
              <a:rPr lang="de-DE" dirty="0"/>
              <a:t>Subheadline möglich. Gegebenenfalls löschen.</a:t>
            </a:r>
            <a:endParaRPr lang="de-DE" dirty="0"/>
          </a:p>
        </p:txBody>
      </p:sp>
      <p:grpSp>
        <p:nvGrpSpPr>
          <p:cNvPr id="41" name="Gruppieren 40"/>
          <p:cNvGrpSpPr/>
          <p:nvPr/>
        </p:nvGrpSpPr>
        <p:grpSpPr>
          <a:xfrm>
            <a:off x="388738" y="2089530"/>
            <a:ext cx="8367912" cy="3596216"/>
            <a:chOff x="388738" y="1987930"/>
            <a:chExt cx="8367912" cy="3596216"/>
          </a:xfrm>
        </p:grpSpPr>
        <p:cxnSp>
          <p:nvCxnSpPr>
            <p:cNvPr id="8" name="Gerader Verbinder 7"/>
            <p:cNvCxnSpPr/>
            <p:nvPr/>
          </p:nvCxnSpPr>
          <p:spPr>
            <a:xfrm>
              <a:off x="388738" y="3786038"/>
              <a:ext cx="8367912" cy="0"/>
            </a:xfrm>
            <a:prstGeom prst="line">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40" name="Gruppieren 39"/>
            <p:cNvGrpSpPr/>
            <p:nvPr/>
          </p:nvGrpSpPr>
          <p:grpSpPr>
            <a:xfrm>
              <a:off x="608719" y="1987930"/>
              <a:ext cx="1777055" cy="1978108"/>
              <a:chOff x="748738" y="1987930"/>
              <a:chExt cx="1777055" cy="1978108"/>
            </a:xfrm>
          </p:grpSpPr>
          <p:sp>
            <p:nvSpPr>
              <p:cNvPr id="9" name="Rechteck 8"/>
              <p:cNvSpPr/>
              <p:nvPr/>
            </p:nvSpPr>
            <p:spPr>
              <a:xfrm>
                <a:off x="748738"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01</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10" name="Textfeld 9"/>
              <p:cNvSpPr txBox="1"/>
              <p:nvPr/>
            </p:nvSpPr>
            <p:spPr>
              <a:xfrm>
                <a:off x="1108738"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14" name="Gerader Verbinder 13"/>
              <p:cNvCxnSpPr/>
              <p:nvPr/>
            </p:nvCxnSpPr>
            <p:spPr>
              <a:xfrm>
                <a:off x="928738"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9" name="Gruppieren 38"/>
            <p:cNvGrpSpPr/>
            <p:nvPr/>
          </p:nvGrpSpPr>
          <p:grpSpPr>
            <a:xfrm>
              <a:off x="1879085" y="3606038"/>
              <a:ext cx="1777055" cy="1978108"/>
              <a:chOff x="1609173" y="3606038"/>
              <a:chExt cx="1777055" cy="1978108"/>
            </a:xfrm>
          </p:grpSpPr>
          <p:sp>
            <p:nvSpPr>
              <p:cNvPr id="15" name="Rechteck 14"/>
              <p:cNvSpPr/>
              <p:nvPr/>
            </p:nvSpPr>
            <p:spPr>
              <a:xfrm>
                <a:off x="160917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02</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16" name="Textfeld 15"/>
              <p:cNvSpPr txBox="1"/>
              <p:nvPr/>
            </p:nvSpPr>
            <p:spPr>
              <a:xfrm>
                <a:off x="1969173"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17" name="Gerader Verbinder 16"/>
              <p:cNvCxnSpPr/>
              <p:nvPr/>
            </p:nvCxnSpPr>
            <p:spPr>
              <a:xfrm>
                <a:off x="1789173"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8" name="Gruppieren 37"/>
            <p:cNvGrpSpPr/>
            <p:nvPr/>
          </p:nvGrpSpPr>
          <p:grpSpPr>
            <a:xfrm>
              <a:off x="3149451" y="1987930"/>
              <a:ext cx="1777055" cy="1978108"/>
              <a:chOff x="3256658" y="1987930"/>
              <a:chExt cx="1777055" cy="1978108"/>
            </a:xfrm>
          </p:grpSpPr>
          <p:sp>
            <p:nvSpPr>
              <p:cNvPr id="18" name="Rechteck 17"/>
              <p:cNvSpPr/>
              <p:nvPr/>
            </p:nvSpPr>
            <p:spPr>
              <a:xfrm>
                <a:off x="3256658"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03</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19" name="Textfeld 18"/>
              <p:cNvSpPr txBox="1"/>
              <p:nvPr/>
            </p:nvSpPr>
            <p:spPr>
              <a:xfrm>
                <a:off x="3616658"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20" name="Gerader Verbinder 19"/>
              <p:cNvCxnSpPr/>
              <p:nvPr/>
            </p:nvCxnSpPr>
            <p:spPr>
              <a:xfrm>
                <a:off x="3436658"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7" name="Gruppieren 36"/>
            <p:cNvGrpSpPr/>
            <p:nvPr/>
          </p:nvGrpSpPr>
          <p:grpSpPr>
            <a:xfrm>
              <a:off x="4419817" y="3606038"/>
              <a:ext cx="1777055" cy="1978108"/>
              <a:chOff x="4829863" y="3606038"/>
              <a:chExt cx="1777055" cy="1978108"/>
            </a:xfrm>
          </p:grpSpPr>
          <p:sp>
            <p:nvSpPr>
              <p:cNvPr id="21" name="Rechteck 20"/>
              <p:cNvSpPr/>
              <p:nvPr/>
            </p:nvSpPr>
            <p:spPr>
              <a:xfrm>
                <a:off x="482986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04</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2" name="Textfeld 21"/>
              <p:cNvSpPr txBox="1"/>
              <p:nvPr/>
            </p:nvSpPr>
            <p:spPr>
              <a:xfrm>
                <a:off x="5189863"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23" name="Gerader Verbinder 22"/>
              <p:cNvCxnSpPr/>
              <p:nvPr/>
            </p:nvCxnSpPr>
            <p:spPr>
              <a:xfrm>
                <a:off x="5009863"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6" name="Gruppieren 35"/>
            <p:cNvGrpSpPr/>
            <p:nvPr/>
          </p:nvGrpSpPr>
          <p:grpSpPr>
            <a:xfrm>
              <a:off x="5690183" y="1987930"/>
              <a:ext cx="1777055" cy="1978108"/>
              <a:chOff x="5730254" y="1987930"/>
              <a:chExt cx="1777055" cy="1978108"/>
            </a:xfrm>
          </p:grpSpPr>
          <p:sp>
            <p:nvSpPr>
              <p:cNvPr id="24" name="Rechteck 23"/>
              <p:cNvSpPr/>
              <p:nvPr/>
            </p:nvSpPr>
            <p:spPr>
              <a:xfrm>
                <a:off x="5730254"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05</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5" name="Textfeld 24"/>
              <p:cNvSpPr txBox="1"/>
              <p:nvPr/>
            </p:nvSpPr>
            <p:spPr>
              <a:xfrm>
                <a:off x="6090254"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26" name="Gerader Verbinder 25"/>
              <p:cNvCxnSpPr/>
              <p:nvPr/>
            </p:nvCxnSpPr>
            <p:spPr>
              <a:xfrm>
                <a:off x="5910254"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5" name="Gruppieren 34"/>
            <p:cNvGrpSpPr/>
            <p:nvPr/>
          </p:nvGrpSpPr>
          <p:grpSpPr>
            <a:xfrm>
              <a:off x="6960547" y="3606038"/>
              <a:ext cx="1777055" cy="1978108"/>
              <a:chOff x="6846211" y="3606038"/>
              <a:chExt cx="1777055" cy="1978108"/>
            </a:xfrm>
          </p:grpSpPr>
          <p:sp>
            <p:nvSpPr>
              <p:cNvPr id="27" name="Rechteck 26"/>
              <p:cNvSpPr/>
              <p:nvPr/>
            </p:nvSpPr>
            <p:spPr>
              <a:xfrm>
                <a:off x="6846211"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06</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8" name="Textfeld 27"/>
              <p:cNvSpPr txBox="1"/>
              <p:nvPr/>
            </p:nvSpPr>
            <p:spPr>
              <a:xfrm>
                <a:off x="7206211"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29" name="Gerader Verbinder 28"/>
              <p:cNvCxnSpPr/>
              <p:nvPr/>
            </p:nvCxnSpPr>
            <p:spPr>
              <a:xfrm>
                <a:off x="7026211"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p:txBody>
          <a:bodyPr/>
          <a:lstStyle/>
          <a:p>
            <a:r>
              <a:rPr lang="de-DE" dirty="0"/>
              <a:t>Folie zur freien Gestaltung | Weiß</a:t>
            </a:r>
            <a:endParaRPr lang="de-DE" dirty="0"/>
          </a:p>
        </p:txBody>
      </p:sp>
      <p:sp>
        <p:nvSpPr>
          <p:cNvPr id="2" name="Datumsplatzhalter 1"/>
          <p:cNvSpPr>
            <a:spLocks noGrp="1"/>
          </p:cNvSpPr>
          <p:nvPr>
            <p:ph type="dt" sz="half" idx="10"/>
          </p:nvPr>
        </p:nvSpPr>
        <p:spPr/>
        <p:txBody>
          <a:bodyPr/>
          <a:lstStyle/>
          <a:p>
            <a:fld id="{C21112C6-E15D-42F5-A090-9761B42EBB5B}"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p:txBody>
          <a:bodyPr/>
          <a:lstStyle/>
          <a:p>
            <a:fld id="{D949F9DF-37BD-4CD6-BF49-65BA579E1D7A}" type="slidenum">
              <a:rPr lang="de-DE" smtClean="0"/>
            </a:fld>
            <a:endParaRPr lang="de-DE"/>
          </a:p>
        </p:txBody>
      </p:sp>
      <p:sp>
        <p:nvSpPr>
          <p:cNvPr id="5" name="Bildplatzhalter 4"/>
          <p:cNvSpPr>
            <a:spLocks noGrp="1"/>
          </p:cNvSpPr>
          <p:nvPr>
            <p:ph type="pic" sz="quarter" idx="38"/>
          </p:nvPr>
        </p:nvSpPr>
        <p:spPr/>
      </p:sp>
      <p:sp>
        <p:nvSpPr>
          <p:cNvPr id="12" name="Textplatzhalter 11"/>
          <p:cNvSpPr>
            <a:spLocks noGrp="1"/>
          </p:cNvSpPr>
          <p:nvPr>
            <p:ph type="body" sz="quarter" idx="37"/>
          </p:nvPr>
        </p:nvSpPr>
        <p:spPr/>
        <p:txBody>
          <a:bodyPr/>
          <a:lstStyle/>
          <a:p>
            <a:r>
              <a:rPr lang="de-DE" dirty="0"/>
              <a:t>Subheadline möglich. Gegebenenfalls löschen.</a:t>
            </a:r>
            <a:endParaRPr lang="de-DE"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p:txBody>
          <a:bodyPr/>
          <a:lstStyle/>
          <a:p>
            <a:r>
              <a:rPr lang="de-DE" dirty="0"/>
              <a:t>Folie zur freien Gestaltung | Zeitstrahl</a:t>
            </a:r>
            <a:endParaRPr lang="de-DE" dirty="0"/>
          </a:p>
        </p:txBody>
      </p:sp>
      <p:sp>
        <p:nvSpPr>
          <p:cNvPr id="2" name="Datumsplatzhalter 1"/>
          <p:cNvSpPr>
            <a:spLocks noGrp="1"/>
          </p:cNvSpPr>
          <p:nvPr>
            <p:ph type="dt" sz="half" idx="10"/>
          </p:nvPr>
        </p:nvSpPr>
        <p:spPr>
          <a:xfrm>
            <a:off x="7930836" y="6634667"/>
            <a:ext cx="519373" cy="107722"/>
          </a:xfrm>
        </p:spPr>
        <p:txBody>
          <a:bodyPr/>
          <a:lstStyle/>
          <a:p>
            <a:fld id="{EA858339-7282-4340-8651-AB8EC6E71065}" type="datetime4">
              <a:rPr lang="de-DE" smtClean="0"/>
            </a:fld>
            <a:endParaRPr lang="de-DE" dirty="0"/>
          </a:p>
        </p:txBody>
      </p:sp>
      <p:sp>
        <p:nvSpPr>
          <p:cNvPr id="3" name="Fußzeilenplatzhalter 2"/>
          <p:cNvSpPr>
            <a:spLocks noGrp="1"/>
          </p:cNvSpPr>
          <p:nvPr>
            <p:ph type="ftr" sz="quarter" idx="11"/>
          </p:nvPr>
        </p:nvSpPr>
        <p:spPr/>
        <p:txBody>
          <a:bodyPr/>
          <a:lstStyle/>
          <a:p>
            <a:r>
              <a:rPr lang="de-DE" dirty="0"/>
              <a:t>Fachbereich Rechtswissenschaft</a:t>
            </a:r>
            <a:endParaRPr lang="de-DE" dirty="0"/>
          </a:p>
        </p:txBody>
      </p:sp>
      <p:sp>
        <p:nvSpPr>
          <p:cNvPr id="4" name="Foliennummernplatzhalter 3"/>
          <p:cNvSpPr>
            <a:spLocks noGrp="1"/>
          </p:cNvSpPr>
          <p:nvPr>
            <p:ph type="sldNum" sz="quarter" idx="12"/>
          </p:nvPr>
        </p:nvSpPr>
        <p:spPr>
          <a:xfrm>
            <a:off x="8657661" y="6634667"/>
            <a:ext cx="99386" cy="107722"/>
          </a:xfrm>
        </p:spPr>
        <p:txBody>
          <a:bodyPr/>
          <a:lstStyle/>
          <a:p>
            <a:fld id="{D949F9DF-37BD-4CD6-BF49-65BA579E1D7A}" type="slidenum">
              <a:rPr lang="de-DE" smtClean="0"/>
            </a:fld>
            <a:endParaRPr lang="de-DE"/>
          </a:p>
        </p:txBody>
      </p:sp>
      <p:sp>
        <p:nvSpPr>
          <p:cNvPr id="5" name="Bildplatzhalter 4"/>
          <p:cNvSpPr>
            <a:spLocks noGrp="1"/>
          </p:cNvSpPr>
          <p:nvPr>
            <p:ph type="pic" sz="quarter" idx="38"/>
          </p:nvPr>
        </p:nvSpPr>
        <p:spPr/>
      </p:sp>
      <p:sp>
        <p:nvSpPr>
          <p:cNvPr id="12" name="Textplatzhalter 11"/>
          <p:cNvSpPr>
            <a:spLocks noGrp="1"/>
          </p:cNvSpPr>
          <p:nvPr>
            <p:ph type="body" sz="quarter" idx="37"/>
          </p:nvPr>
        </p:nvSpPr>
        <p:spPr/>
        <p:txBody>
          <a:bodyPr/>
          <a:lstStyle/>
          <a:p>
            <a:r>
              <a:rPr lang="de-DE" dirty="0"/>
              <a:t>Subheadline möglich. Gegebenenfalls löschen.</a:t>
            </a:r>
            <a:endParaRPr lang="de-DE" dirty="0"/>
          </a:p>
        </p:txBody>
      </p:sp>
      <p:cxnSp>
        <p:nvCxnSpPr>
          <p:cNvPr id="9" name="Gerader Verbinder 8"/>
          <p:cNvCxnSpPr/>
          <p:nvPr/>
        </p:nvCxnSpPr>
        <p:spPr>
          <a:xfrm>
            <a:off x="388738" y="3887638"/>
            <a:ext cx="8367912" cy="0"/>
          </a:xfrm>
          <a:prstGeom prst="line">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uppieren 9"/>
          <p:cNvGrpSpPr/>
          <p:nvPr/>
        </p:nvGrpSpPr>
        <p:grpSpPr>
          <a:xfrm>
            <a:off x="608719" y="2089530"/>
            <a:ext cx="1777055" cy="1978108"/>
            <a:chOff x="748738" y="1987930"/>
            <a:chExt cx="1777055" cy="1978108"/>
          </a:xfrm>
        </p:grpSpPr>
        <p:sp>
          <p:nvSpPr>
            <p:cNvPr id="33" name="Rechteck 32"/>
            <p:cNvSpPr/>
            <p:nvPr/>
          </p:nvSpPr>
          <p:spPr>
            <a:xfrm>
              <a:off x="748738"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01</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34" name="Textfeld 33"/>
            <p:cNvSpPr txBox="1"/>
            <p:nvPr/>
          </p:nvSpPr>
          <p:spPr>
            <a:xfrm>
              <a:off x="1108738"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35" name="Gerader Verbinder 34"/>
            <p:cNvCxnSpPr/>
            <p:nvPr/>
          </p:nvCxnSpPr>
          <p:spPr>
            <a:xfrm>
              <a:off x="928738" y="1987930"/>
              <a:ext cx="0" cy="1618108"/>
            </a:xfrm>
            <a:prstGeom prst="line">
              <a:avLst/>
            </a:prstGeom>
            <a:ln w="12700">
              <a:gradFill>
                <a:gsLst>
                  <a:gs pos="0">
                    <a:schemeClr val="bg1"/>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13" name="Gruppieren 12"/>
          <p:cNvGrpSpPr/>
          <p:nvPr/>
        </p:nvGrpSpPr>
        <p:grpSpPr>
          <a:xfrm>
            <a:off x="1879085" y="3707638"/>
            <a:ext cx="1777055" cy="1978108"/>
            <a:chOff x="1609173" y="3606038"/>
            <a:chExt cx="1777055" cy="1978108"/>
          </a:xfrm>
        </p:grpSpPr>
        <p:sp>
          <p:nvSpPr>
            <p:cNvPr id="30" name="Rechteck 29"/>
            <p:cNvSpPr/>
            <p:nvPr/>
          </p:nvSpPr>
          <p:spPr>
            <a:xfrm>
              <a:off x="160917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02</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31" name="Textfeld 30"/>
            <p:cNvSpPr txBox="1"/>
            <p:nvPr/>
          </p:nvSpPr>
          <p:spPr>
            <a:xfrm>
              <a:off x="1969173"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32" name="Gerader Verbinder 31"/>
            <p:cNvCxnSpPr/>
            <p:nvPr/>
          </p:nvCxnSpPr>
          <p:spPr>
            <a:xfrm>
              <a:off x="1789173" y="3966038"/>
              <a:ext cx="0" cy="1618108"/>
            </a:xfrm>
            <a:prstGeom prst="line">
              <a:avLst/>
            </a:prstGeom>
            <a:ln w="12700">
              <a:gradFill>
                <a:gsLst>
                  <a:gs pos="0">
                    <a:schemeClr val="tx2"/>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14" name="Gruppieren 13"/>
          <p:cNvGrpSpPr/>
          <p:nvPr/>
        </p:nvGrpSpPr>
        <p:grpSpPr>
          <a:xfrm>
            <a:off x="3149451" y="2089530"/>
            <a:ext cx="1777055" cy="1978108"/>
            <a:chOff x="3256658" y="1987930"/>
            <a:chExt cx="1777055" cy="1978108"/>
          </a:xfrm>
        </p:grpSpPr>
        <p:sp>
          <p:nvSpPr>
            <p:cNvPr id="27" name="Rechteck 26"/>
            <p:cNvSpPr/>
            <p:nvPr/>
          </p:nvSpPr>
          <p:spPr>
            <a:xfrm>
              <a:off x="3256658"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03</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8" name="Textfeld 27"/>
            <p:cNvSpPr txBox="1"/>
            <p:nvPr/>
          </p:nvSpPr>
          <p:spPr>
            <a:xfrm>
              <a:off x="3616658"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29" name="Gerader Verbinder 28"/>
            <p:cNvCxnSpPr/>
            <p:nvPr/>
          </p:nvCxnSpPr>
          <p:spPr>
            <a:xfrm>
              <a:off x="3436658" y="1987930"/>
              <a:ext cx="0" cy="1618108"/>
            </a:xfrm>
            <a:prstGeom prst="line">
              <a:avLst/>
            </a:prstGeom>
            <a:ln w="12700">
              <a:gradFill>
                <a:gsLst>
                  <a:gs pos="0">
                    <a:schemeClr val="bg1"/>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15" name="Gruppieren 14"/>
          <p:cNvGrpSpPr/>
          <p:nvPr/>
        </p:nvGrpSpPr>
        <p:grpSpPr>
          <a:xfrm>
            <a:off x="4419817" y="3707638"/>
            <a:ext cx="1777055" cy="1978108"/>
            <a:chOff x="4829863" y="3606038"/>
            <a:chExt cx="1777055" cy="1978108"/>
          </a:xfrm>
        </p:grpSpPr>
        <p:sp>
          <p:nvSpPr>
            <p:cNvPr id="24" name="Rechteck 23"/>
            <p:cNvSpPr/>
            <p:nvPr/>
          </p:nvSpPr>
          <p:spPr>
            <a:xfrm>
              <a:off x="482986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04</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5" name="Textfeld 24"/>
            <p:cNvSpPr txBox="1"/>
            <p:nvPr/>
          </p:nvSpPr>
          <p:spPr>
            <a:xfrm>
              <a:off x="5189863"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26" name="Gerader Verbinder 25"/>
            <p:cNvCxnSpPr/>
            <p:nvPr/>
          </p:nvCxnSpPr>
          <p:spPr>
            <a:xfrm>
              <a:off x="5009863" y="3966038"/>
              <a:ext cx="0" cy="1618108"/>
            </a:xfrm>
            <a:prstGeom prst="line">
              <a:avLst/>
            </a:prstGeom>
            <a:ln w="12700">
              <a:gradFill>
                <a:gsLst>
                  <a:gs pos="0">
                    <a:schemeClr val="tx2"/>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uppieren 15"/>
          <p:cNvGrpSpPr/>
          <p:nvPr/>
        </p:nvGrpSpPr>
        <p:grpSpPr>
          <a:xfrm>
            <a:off x="5690183" y="2089530"/>
            <a:ext cx="1777055" cy="1978108"/>
            <a:chOff x="5730254" y="1987930"/>
            <a:chExt cx="1777055" cy="1978108"/>
          </a:xfrm>
        </p:grpSpPr>
        <p:sp>
          <p:nvSpPr>
            <p:cNvPr id="21" name="Rechteck 20"/>
            <p:cNvSpPr/>
            <p:nvPr/>
          </p:nvSpPr>
          <p:spPr>
            <a:xfrm>
              <a:off x="5730254"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05</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22" name="Textfeld 21"/>
            <p:cNvSpPr txBox="1"/>
            <p:nvPr/>
          </p:nvSpPr>
          <p:spPr>
            <a:xfrm>
              <a:off x="6090254" y="1987930"/>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23" name="Gerader Verbinder 22"/>
            <p:cNvCxnSpPr/>
            <p:nvPr/>
          </p:nvCxnSpPr>
          <p:spPr>
            <a:xfrm>
              <a:off x="5910254" y="1987930"/>
              <a:ext cx="0" cy="1618108"/>
            </a:xfrm>
            <a:prstGeom prst="line">
              <a:avLst/>
            </a:prstGeom>
            <a:ln w="12700">
              <a:gradFill>
                <a:gsLst>
                  <a:gs pos="0">
                    <a:schemeClr val="bg1"/>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17" name="Gruppieren 16"/>
          <p:cNvGrpSpPr/>
          <p:nvPr/>
        </p:nvGrpSpPr>
        <p:grpSpPr>
          <a:xfrm>
            <a:off x="6960547" y="3707638"/>
            <a:ext cx="1777055" cy="1978108"/>
            <a:chOff x="6846211" y="3606038"/>
            <a:chExt cx="1777055" cy="1978108"/>
          </a:xfrm>
        </p:grpSpPr>
        <p:sp>
          <p:nvSpPr>
            <p:cNvPr id="18" name="Rechteck 17"/>
            <p:cNvSpPr/>
            <p:nvPr/>
          </p:nvSpPr>
          <p:spPr>
            <a:xfrm>
              <a:off x="6846211"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90204" pitchFamily="34" charset="0"/>
                <a:buNone/>
              </a:pPr>
              <a:r>
                <a:rPr lang="de-DE" sz="1400" b="1" dirty="0">
                  <a:solidFill>
                    <a:schemeClr val="bg1"/>
                  </a:solidFill>
                </a:rPr>
                <a:t>06</a:t>
              </a:r>
              <a:endParaRPr kumimoji="0" lang="de-DE" sz="1400" b="1" i="0" u="none" strike="noStrike" kern="1200" cap="none" spc="0" normalizeH="0" baseline="0" noProof="0" dirty="0">
                <a:ln>
                  <a:noFill/>
                </a:ln>
                <a:solidFill>
                  <a:schemeClr val="bg1"/>
                </a:solidFill>
                <a:effectLst/>
                <a:uLnTx/>
                <a:uFillTx/>
                <a:ea typeface="+mn-ea"/>
                <a:cs typeface="+mn-cs"/>
              </a:endParaRPr>
            </a:p>
          </p:txBody>
        </p:sp>
        <p:sp>
          <p:nvSpPr>
            <p:cNvPr id="19" name="Textfeld 18"/>
            <p:cNvSpPr txBox="1"/>
            <p:nvPr/>
          </p:nvSpPr>
          <p:spPr>
            <a:xfrm>
              <a:off x="7206211" y="4500708"/>
              <a:ext cx="1417055" cy="950709"/>
            </a:xfrm>
            <a:prstGeom prst="rect">
              <a:avLst/>
            </a:prstGeom>
            <a:noFill/>
          </p:spPr>
          <p:txBody>
            <a:bodyPr wrap="non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1" i="0" u="none" strike="noStrike" kern="1200" cap="none" spc="0" normalizeH="0" baseline="0" noProof="0" dirty="0">
                  <a:ln>
                    <a:noFill/>
                  </a:ln>
                  <a:effectLst/>
                  <a:uLnTx/>
                  <a:uFillTx/>
                  <a:ea typeface="+mn-ea"/>
                  <a:cs typeface="+mn-cs"/>
                </a:rPr>
                <a:t>XXXX</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Lorem ipsum</a:t>
              </a:r>
              <a:endParaRPr kumimoji="0" lang="de-DE" sz="1200" b="0" i="0" u="none" strike="noStrike" kern="1200" cap="none" spc="0" normalizeH="0" baseline="0" noProof="0" dirty="0">
                <a:ln>
                  <a:noFill/>
                </a:ln>
                <a:effectLst/>
                <a:uLnTx/>
                <a:uFillTx/>
                <a:ea typeface="+mn-ea"/>
                <a:cs typeface="+mn-cs"/>
              </a:endParaRPr>
            </a:p>
            <a:p>
              <a:pPr marL="0" marR="0" indent="0" algn="l" defTabSz="914400" rtl="0" eaLnBrk="1" fontAlgn="auto" latinLnBrk="0" hangingPunct="1">
                <a:lnSpc>
                  <a:spcPct val="110000"/>
                </a:lnSpc>
                <a:spcBef>
                  <a:spcPts val="0"/>
                </a:spcBef>
                <a:spcAft>
                  <a:spcPts val="1200"/>
                </a:spcAft>
                <a:buClrTx/>
                <a:buSzTx/>
                <a:buFont typeface="Arial" panose="020B0604020202090204" pitchFamily="34" charset="0"/>
                <a:buNone/>
              </a:pPr>
              <a:r>
                <a:rPr kumimoji="0" lang="de-DE" sz="1200" b="0" i="0" u="none" strike="noStrike" kern="1200" cap="none" spc="0" normalizeH="0" baseline="0" noProof="0" dirty="0">
                  <a:ln>
                    <a:noFill/>
                  </a:ln>
                  <a:effectLst/>
                  <a:uLnTx/>
                  <a:uFillTx/>
                  <a:ea typeface="+mn-ea"/>
                  <a:cs typeface="+mn-cs"/>
                </a:rPr>
                <a:t>dolor sit amet, conse</a:t>
              </a:r>
              <a:br>
                <a:rPr kumimoji="0" lang="de-DE" sz="1200" b="0" i="0" u="none" strike="noStrike" kern="1200" cap="none" spc="0" normalizeH="0" baseline="0" noProof="0" dirty="0">
                  <a:ln>
                    <a:noFill/>
                  </a:ln>
                  <a:effectLst/>
                  <a:uLnTx/>
                  <a:uFillTx/>
                  <a:ea typeface="+mn-ea"/>
                  <a:cs typeface="+mn-cs"/>
                </a:rPr>
              </a:br>
              <a:r>
                <a:rPr kumimoji="0" lang="de-DE" sz="1200" b="0" i="0" u="none" strike="noStrike" kern="1200" cap="none" spc="0" normalizeH="0" baseline="0" noProof="0" dirty="0">
                  <a:ln>
                    <a:noFill/>
                  </a:ln>
                  <a:effectLst/>
                  <a:uLnTx/>
                  <a:uFillTx/>
                  <a:ea typeface="+mn-ea"/>
                  <a:cs typeface="+mn-cs"/>
                </a:rPr>
                <a:t>tetur sadipscing elitr.</a:t>
              </a:r>
              <a:endParaRPr kumimoji="0" lang="de-DE" sz="1200" b="0" i="0" u="none" strike="noStrike" kern="1200" cap="none" spc="0" normalizeH="0" baseline="0" noProof="0" dirty="0">
                <a:ln>
                  <a:noFill/>
                </a:ln>
                <a:effectLst/>
                <a:uLnTx/>
                <a:uFillTx/>
                <a:ea typeface="+mn-ea"/>
                <a:cs typeface="+mn-cs"/>
              </a:endParaRPr>
            </a:p>
          </p:txBody>
        </p:sp>
        <p:cxnSp>
          <p:nvCxnSpPr>
            <p:cNvPr id="20" name="Gerader Verbinder 19"/>
            <p:cNvCxnSpPr/>
            <p:nvPr/>
          </p:nvCxnSpPr>
          <p:spPr>
            <a:xfrm>
              <a:off x="7026211" y="3966038"/>
              <a:ext cx="0" cy="1618108"/>
            </a:xfrm>
            <a:prstGeom prst="line">
              <a:avLst/>
            </a:prstGeom>
            <a:ln w="12700">
              <a:gradFill>
                <a:gsLst>
                  <a:gs pos="0">
                    <a:schemeClr val="tx2"/>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de-DE" dirty="0"/>
              <a:t>Zitatfolie</a:t>
            </a:r>
            <a:endParaRPr lang="de-DE" dirty="0"/>
          </a:p>
        </p:txBody>
      </p:sp>
      <p:sp>
        <p:nvSpPr>
          <p:cNvPr id="3" name="Datumsplatzhalter 2"/>
          <p:cNvSpPr>
            <a:spLocks noGrp="1"/>
          </p:cNvSpPr>
          <p:nvPr>
            <p:ph type="dt" sz="half" idx="10"/>
          </p:nvPr>
        </p:nvSpPr>
        <p:spPr/>
        <p:txBody>
          <a:bodyPr/>
          <a:lstStyle/>
          <a:p>
            <a:fld id="{4BB9C06F-ECCF-47A8-8D2B-2F4D0DCA4570}" type="datetime4">
              <a:rPr lang="de-DE" smtClean="0"/>
            </a:fld>
            <a:endParaRPr lang="de-DE" dirty="0"/>
          </a:p>
        </p:txBody>
      </p:sp>
      <p:sp>
        <p:nvSpPr>
          <p:cNvPr id="4" name="Fußzeilenplatzhalter 3"/>
          <p:cNvSpPr>
            <a:spLocks noGrp="1"/>
          </p:cNvSpPr>
          <p:nvPr>
            <p:ph type="ftr" sz="quarter" idx="11"/>
          </p:nvPr>
        </p:nvSpPr>
        <p:spPr/>
        <p:txBody>
          <a:bodyPr/>
          <a:lstStyle/>
          <a:p>
            <a:r>
              <a:rPr lang="de-DE" dirty="0"/>
              <a:t>Fachbereich Rechtswissenschaft</a:t>
            </a:r>
            <a:endParaRPr lang="de-DE" dirty="0"/>
          </a:p>
        </p:txBody>
      </p:sp>
      <p:sp>
        <p:nvSpPr>
          <p:cNvPr id="5" name="Foliennummernplatzhalter 4"/>
          <p:cNvSpPr>
            <a:spLocks noGrp="1"/>
          </p:cNvSpPr>
          <p:nvPr>
            <p:ph type="sldNum" sz="quarter" idx="12"/>
          </p:nvPr>
        </p:nvSpPr>
        <p:spPr/>
        <p:txBody>
          <a:bodyPr/>
          <a:lstStyle/>
          <a:p>
            <a:fld id="{D949F9DF-37BD-4CD6-BF49-65BA579E1D7A}" type="slidenum">
              <a:rPr lang="de-DE" smtClean="0"/>
            </a:fld>
            <a:endParaRPr lang="de-DE"/>
          </a:p>
        </p:txBody>
      </p:sp>
      <p:sp>
        <p:nvSpPr>
          <p:cNvPr id="9" name="Textplatzhalter 8"/>
          <p:cNvSpPr>
            <a:spLocks noGrp="1"/>
          </p:cNvSpPr>
          <p:nvPr>
            <p:ph type="body" sz="quarter" idx="24"/>
          </p:nvPr>
        </p:nvSpPr>
        <p:spPr/>
        <p:txBody>
          <a:bodyPr/>
          <a:lstStyle/>
          <a:p>
            <a:r>
              <a:rPr lang="de-DE" dirty="0"/>
              <a:t>„Lorem ipsum dolor sit amet, consetetur sadipscing elitr, sed diam nonumy eirmod tempor invidunt ut labore et dolore magna aliquyam erat, sed diam voluptua.“</a:t>
            </a:r>
            <a:endParaRPr lang="de-DE" dirty="0"/>
          </a:p>
        </p:txBody>
      </p:sp>
      <p:sp>
        <p:nvSpPr>
          <p:cNvPr id="11" name="Bildplatzhalter 10"/>
          <p:cNvSpPr>
            <a:spLocks noGrp="1"/>
          </p:cNvSpPr>
          <p:nvPr>
            <p:ph type="pic" sz="quarter" idx="38"/>
          </p:nvPr>
        </p:nvSpPr>
        <p:spPr/>
      </p:sp>
      <p:sp>
        <p:nvSpPr>
          <p:cNvPr id="10" name="Textplatzhalter 9"/>
          <p:cNvSpPr>
            <a:spLocks noGrp="1"/>
          </p:cNvSpPr>
          <p:nvPr>
            <p:ph type="body" sz="quarter" idx="37"/>
          </p:nvPr>
        </p:nvSpPr>
        <p:spPr/>
        <p:txBody>
          <a:bodyPr/>
          <a:lstStyle/>
          <a:p>
            <a:r>
              <a:rPr lang="de-DE" dirty="0"/>
              <a:t>Subheadline möglich. Gegebenenfalls löschen.</a:t>
            </a:r>
            <a:endParaRPr lang="de-DE"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platzhalter 7"/>
          <p:cNvPicPr>
            <a:picLocks noGrp="1" noChangeAspect="1"/>
          </p:cNvPicPr>
          <p:nvPr>
            <p:ph type="pic" sz="quarter" idx="10"/>
          </p:nvPr>
        </p:nvPicPr>
        <p:blipFill rotWithShape="1">
          <a:blip r:embed="rId1">
            <a:extLst>
              <a:ext uri="{28A0092B-C50C-407E-A947-70E740481C1C}">
                <a14:useLocalDpi xmlns:a14="http://schemas.microsoft.com/office/drawing/2010/main" val="0"/>
              </a:ext>
            </a:extLst>
          </a:blip>
          <a:srcRect l="653" t="20300" r="20954"/>
          <a:stretch>
            <a:fillRect/>
          </a:stretch>
        </p:blipFill>
        <p:spPr>
          <a:xfrm>
            <a:off x="0" y="1628775"/>
            <a:ext cx="9144000" cy="5229226"/>
          </a:xfrm>
        </p:spPr>
      </p:pic>
      <p:sp>
        <p:nvSpPr>
          <p:cNvPr id="4" name="Textplatzhalter 3"/>
          <p:cNvSpPr>
            <a:spLocks noGrp="1"/>
          </p:cNvSpPr>
          <p:nvPr>
            <p:ph type="body" sz="quarter" idx="12"/>
          </p:nvPr>
        </p:nvSpPr>
        <p:spPr/>
        <p:txBody>
          <a:bodyPr/>
          <a:lstStyle/>
          <a:p>
            <a:endParaRPr lang="de-DE"/>
          </a:p>
        </p:txBody>
      </p:sp>
      <p:sp>
        <p:nvSpPr>
          <p:cNvPr id="11" name="Textplatzhalter 10"/>
          <p:cNvSpPr>
            <a:spLocks noGrp="1"/>
          </p:cNvSpPr>
          <p:nvPr>
            <p:ph type="body" sz="quarter" idx="13"/>
          </p:nvPr>
        </p:nvSpPr>
        <p:spPr>
          <a:xfrm>
            <a:off x="388738" y="2843231"/>
            <a:ext cx="8368309" cy="1171539"/>
          </a:xfrm>
        </p:spPr>
        <p:txBody>
          <a:bodyPr/>
          <a:lstStyle/>
          <a:p>
            <a:r>
              <a:rPr lang="de-DE" dirty="0"/>
              <a:t>Vielen Dank</a:t>
            </a:r>
            <a:endParaRPr lang="de-DE" dirty="0"/>
          </a:p>
          <a:p>
            <a:r>
              <a:rPr lang="de-DE" dirty="0"/>
              <a:t>für Ihre Aufmerksamkeit!</a:t>
            </a:r>
            <a:endParaRPr lang="de-DE" dirty="0"/>
          </a:p>
        </p:txBody>
      </p:sp>
    </p:spTree>
  </p:cSld>
  <p:clrMapOvr>
    <a:masterClrMapping/>
  </p:clrMapOvr>
</p:sld>
</file>

<file path=ppt/theme/theme1.xml><?xml version="1.0" encoding="utf-8"?>
<a:theme xmlns:a="http://schemas.openxmlformats.org/drawingml/2006/main" name="FAU Erlangen-Nürnberg">
  <a:themeElements>
    <a:clrScheme name="FAU - Rot">
      <a:dk1>
        <a:sysClr val="windowText" lastClr="000000"/>
      </a:dk1>
      <a:lt1>
        <a:srgbClr val="FFFFFF"/>
      </a:lt1>
      <a:dk2>
        <a:srgbClr val="C50F3C"/>
      </a:dk2>
      <a:lt2>
        <a:srgbClr val="FFFFFF"/>
      </a:lt2>
      <a:accent1>
        <a:srgbClr val="7F7F7F"/>
      </a:accent1>
      <a:accent2>
        <a:srgbClr val="662938"/>
      </a:accent2>
      <a:accent3>
        <a:srgbClr val="971B2F"/>
      </a:accent3>
      <a:accent4>
        <a:srgbClr val="C50F3C"/>
      </a:accent4>
      <a:accent5>
        <a:srgbClr val="EBCCB7"/>
      </a:accent5>
      <a:accent6>
        <a:srgbClr val="C7C7C7"/>
      </a:accent6>
      <a:hlink>
        <a:srgbClr val="971B2F"/>
      </a:hlink>
      <a:folHlink>
        <a:srgbClr val="000000"/>
      </a:folHlink>
    </a:clrScheme>
    <a:fontScheme name="FA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lIns="180000" tIns="180000" rIns="180000" bIns="180000" rtlCol="0" anchor="ctr"/>
      <a:lstStyle>
        <a:defPPr marL="0" marR="0" indent="0" algn="ctr" defTabSz="685800" rtl="0" eaLnBrk="1" fontAlgn="auto" latinLnBrk="0" hangingPunct="1">
          <a:lnSpc>
            <a:spcPct val="110000"/>
          </a:lnSpc>
          <a:spcBef>
            <a:spcPts val="0"/>
          </a:spcBef>
          <a:spcAft>
            <a:spcPts val="800"/>
          </a:spcAft>
          <a:buClrTx/>
          <a:buSzTx/>
          <a:buFont typeface="Arial" panose="020B0604020202090204" pitchFamily="34" charset="0"/>
          <a:buNone/>
          <a:defRPr kumimoji="0" sz="1400" b="0" i="0" u="none" strike="noStrike" kern="1200" cap="none" spc="0" normalizeH="0" baseline="0" noProof="0" dirty="0" smtClean="0">
            <a:ln>
              <a:noFill/>
            </a:ln>
            <a:solidFill>
              <a:prstClr val="black"/>
            </a:solidFill>
            <a:effectLst/>
            <a:uLnTx/>
            <a:uFillTx/>
            <a:latin typeface="Arial" panose="020B0604020202090204"/>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defTabSz="685800" rtl="0" eaLnBrk="1" fontAlgn="auto" latinLnBrk="0" hangingPunct="1">
          <a:lnSpc>
            <a:spcPct val="110000"/>
          </a:lnSpc>
          <a:spcBef>
            <a:spcPts val="0"/>
          </a:spcBef>
          <a:spcAft>
            <a:spcPts val="800"/>
          </a:spcAft>
          <a:buClrTx/>
          <a:buSzTx/>
          <a:buFont typeface="Arial" panose="020B0604020202090204" pitchFamily="34" charset="0"/>
          <a:buNone/>
          <a:defRPr kumimoji="0" sz="1400" b="0" i="0" u="none" strike="noStrike" kern="1200" cap="none" spc="0" normalizeH="0" baseline="0" noProof="0" dirty="0" smtClean="0">
            <a:ln>
              <a:noFill/>
            </a:ln>
            <a:solidFill>
              <a:prstClr val="black"/>
            </a:solidFill>
            <a:effectLst/>
            <a:uLnTx/>
            <a:uFillTx/>
            <a:latin typeface="Arial" panose="020B0604020202090204"/>
            <a:ea typeface="+mn-ea"/>
            <a:cs typeface="+mn-cs"/>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c="http://schemas.microsoft.com/office/infopath/2007/PartnerControls" xmlns:xsi="http://www.w3.org/2001/XMLSchema-instance" xmlns:p="http://schemas.microsoft.com/office/2006/metadata/properties">
  <documentManagement/>
</p:properties>
</file>

<file path=customXml/item3.xml><?xml version="1.0" encoding="utf-8"?>
<ct:contentTypeSchema xmlns:ct="http://schemas.microsoft.com/office/2006/metadata/contentType" xmlns:ma="http://schemas.microsoft.com/office/2006/metadata/properties/metaAttributes" ma:contentTypeVersion="13" ma:contentTypeName="Dokument" ct:_="" ma:_="" ma:versionID="7d7fe78eff81fbacf66dc0ff6aeec5a3" ma:contentTypeID="0x010100B7C64748B88E4F4A81E78C320064AA18" ma:contentTypeScope="" ma:contentTypeDescription="Ein neues Dokument erstellen.">
  <xsd:schema xmlns:ns2="e1a9e197-d112-4abb-aa0c-4ed035d690a3" xmlns:ns3="5d4c14f1-5e26-4315-944b-e10ebb29e5be" xmlns:xsd="http://www.w3.org/2001/XMLSchema" xmlns:xs="http://www.w3.org/2001/XMLSchema" xmlns:p="http://schemas.microsoft.com/office/2006/metadata/properties" ma:root="true" ns3:_="" ma:fieldsID="798e591f6d3205a21a5c8f3fdff7cfef" targetNamespace="http://schemas.microsoft.com/office/2006/metadata/properties" ns2:_="">
    <xsd:import namespace="e1a9e197-d112-4abb-aa0c-4ed035d690a3"/>
    <xsd:import namespace="5d4c14f1-5e26-4315-944b-e10ebb29e5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pc="http://schemas.microsoft.com/office/infopath/2007/PartnerControls" xmlns:xsd="http://www.w3.org/2001/XMLSchema" xmlns:xs="http://www.w3.org/2001/XMLSchema" xmlns:dms="http://schemas.microsoft.com/office/2006/documentManagement/types" targetNamespace="e1a9e197-d112-4abb-aa0c-4ed035d690a3" elementFormDefault="qualified">
    <xsd:import namespace="http://schemas.microsoft.com/office/2006/documentManagement/types"/>
    <xsd:import namespace="http://schemas.microsoft.com/office/infopath/2007/PartnerControls"/>
    <xsd:element nillable="true" ma:readOnly="true" ma:hidden="true" name="MediaServiceMetadata" ma:index="8" ma:displayName="MediaServiceMetadata" ma:internalName="MediaServiceMetadata">
      <xsd:simpleType>
        <xsd:restriction base="dms:Note"/>
      </xsd:simpleType>
    </xsd:element>
    <xsd:element nillable="true" ma:readOnly="true" ma:hidden="true" name="MediaServiceFastMetadata" ma:index="9" ma:displayName="MediaServiceFastMetadata" ma:internalName="MediaServiceFastMetadata">
      <xsd:simpleType>
        <xsd:restriction base="dms:Note"/>
      </xsd:simpleType>
    </xsd:element>
    <xsd:element nillable="true" ma:readOnly="true" name="MediaServiceAutoTags" ma:index="10" ma:displayName="Tags" ma:internalName="MediaServiceAutoTags">
      <xsd:simpleType>
        <xsd:restriction base="dms:Text"/>
      </xsd:simpleType>
    </xsd:element>
    <xsd:element nillable="true" ma:readOnly="true" name="MediaServiceOCR" ma:index="11" ma:displayName="Extracted Text" ma:internalName="MediaServiceOCR">
      <xsd:simpleType>
        <xsd:restriction base="dms:Note">
          <xsd:maxLength value="255"/>
        </xsd:restriction>
      </xsd:simpleType>
    </xsd:element>
    <xsd:element nillable="true" ma:readOnly="true" ma:hidden="true" name="MediaServiceGenerationTime" ma:index="12" ma:displayName="MediaServiceGenerationTime" ma:internalName="MediaServiceGenerationTime">
      <xsd:simpleType>
        <xsd:restriction base="dms:Text"/>
      </xsd:simpleType>
    </xsd:element>
    <xsd:element nillable="true" ma:readOnly="true" ma:hidden="true" name="MediaServiceEventHashCode" ma:index="13" ma:displayName="MediaServiceEventHashCode" ma:internalName="MediaServiceEventHashCode">
      <xsd:simpleType>
        <xsd:restriction base="dms:Text"/>
      </xsd:simpleType>
    </xsd:element>
    <xsd:element nillable="true" ma:readOnly="true" ma:hidden="true" name="MediaServiceDateTaken" ma:index="14" ma:displayName="MediaServiceDateTaken" ma:internalName="MediaServiceDateTaken">
      <xsd:simpleType>
        <xsd:restriction base="dms:Text"/>
      </xsd:simpleType>
    </xsd:element>
    <xsd:element nillable="true" ma:readOnly="true" ma:hidden="true" name="MediaServiceAutoKeyPoints" ma:index="15" ma:displayName="MediaServiceAutoKeyPoints" ma:internalName="MediaServiceAutoKeyPoints">
      <xsd:simpleType>
        <xsd:restriction base="dms:Note"/>
      </xsd:simpleType>
    </xsd:element>
    <xsd:element nillable="true" ma:readOnly="true" name="MediaServiceKeyPoints" ma:index="16" ma:displayName="KeyPoints" ma:internalName="MediaServiceKeyPoints">
      <xsd:simpleType>
        <xsd:restriction base="dms:Note">
          <xsd:maxLength value="255"/>
        </xsd:restriction>
      </xsd:simpleType>
    </xsd:element>
    <xsd:element nillable="true" ma:readOnly="true" name="MediaServiceLocation" ma:index="17" ma:displayName="Location" ma:internalName="MediaServiceLocation">
      <xsd:simpleType>
        <xsd:restriction base="dms:Text"/>
      </xsd:simpleType>
    </xsd:element>
    <xsd:element nillable="true" ma:readOnly="true" name="MediaLengthInSeconds" ma:index="20" ma:displayName="Length (seconds)" ma:internalName="MediaLengthInSeconds">
      <xsd:simpleType>
        <xsd:restriction base="dms:Unknown"/>
      </xsd:simpleType>
    </xsd:element>
  </xsd:schema>
  <xsd:schema xmlns:pc="http://schemas.microsoft.com/office/infopath/2007/PartnerControls" xmlns:xsd="http://www.w3.org/2001/XMLSchema" xmlns:xs="http://www.w3.org/2001/XMLSchema" xmlns:dms="http://schemas.microsoft.com/office/2006/documentManagement/types" targetNamespace="5d4c14f1-5e26-4315-944b-e10ebb29e5be" elementFormDefault="qualified">
    <xsd:import namespace="http://schemas.microsoft.com/office/2006/documentManagement/types"/>
    <xsd:import namespace="http://schemas.microsoft.com/office/infopath/2007/PartnerControls"/>
    <xsd:element nillable="true" ma:readOnly="true" name="SharedWithUsers" ma:index="18" ma:displayName="Freigegeben für" ma:internalName="SharedWithUsers">
      <xsd:complexType>
        <xsd:complexContent>
          <xsd:extension base="dms:UserMulti">
            <xsd:sequence>
              <xsd:element name="UserInfo" maxOccurs="unbounded" minOccurs="0">
                <xsd:complexType>
                  <xsd:sequence>
                    <xsd:element type="xsd:string" name="DisplayName" minOccurs="0"/>
                    <xsd:element type="dms:UserId" nillable="true" name="AccountId" minOccurs="0"/>
                    <xsd:element type="xsd:string" name="AccountType" minOccurs="0"/>
                  </xsd:sequence>
                </xsd:complexType>
              </xsd:element>
            </xsd:sequence>
          </xsd:extension>
        </xsd:complexContent>
      </xsd:complexType>
    </xsd:element>
    <xsd:element nillable="true" ma:readOnly="true" name="SharedWithDetails" ma:index="19" ma:displayName="Freigegeben für - Details" ma:internalName="SharedWithDetails">
      <xsd:simpleType>
        <xsd:restriction base="dms:Note">
          <xsd:maxLength value="255"/>
        </xsd:restriction>
      </xsd:simpleType>
    </xsd:element>
  </xsd:schema>
  <xsd:schema xmlns:dc="http://purl.org/dc/elements/1.1/" xmlns="http://schemas.openxmlformats.org/package/2006/metadata/core-properties" xmlns:xsd="http://www.w3.org/2001/XMLSchema" xmlns:dcterms="http://purl.org/dc/terms/" xmlns:odoc="http://schemas.microsoft.com/internal/obd" xmlns:xsi="http://www.w3.org/2001/XMLSchema-instance" attributeFormDefault="unqualified" targetNamespace="http://schemas.openxmlformats.org/package/2006/metadata/core-properties" elementFormDefault="qualified" blockDefault="#all">
    <xsd:import schemaLocation="http://dublincore.org/schemas/xmls/qdc/2003/04/02/dc.xsd" namespace="http://purl.org/dc/elements/1.1/"/>
    <xsd:import schemaLocation="http://dublincore.org/schemas/xmls/qdc/2003/04/02/dcterms.xsd" namespace="http://purl.org/dc/terms/"/>
    <xsd:element type="CT_coreProperties" name="coreProperties"/>
    <xsd:complexType name="CT_coreProperties">
      <xsd:all>
        <xsd:element ref="dc:creator" maxOccurs="1" minOccurs="0"/>
        <xsd:element ref="dcterms:created" maxOccurs="1" minOccurs="0"/>
        <xsd:element ref="dc:identifier" maxOccurs="1" minOccurs="0"/>
        <xsd:element type="xsd:string" name="contentType" ma:index="0" ma:displayName="Inhaltstyp" maxOccurs="1" minOccurs="0"/>
        <xsd:element ma:index="4" ma:displayName="Titel" ref="dc:title" maxOccurs="1" minOccurs="0"/>
        <xsd:element ref="dc:subject" maxOccurs="1" minOccurs="0"/>
        <xsd:element ref="dc:description" maxOccurs="1" minOccurs="0"/>
        <xsd:element type="xsd:string" name="keywords" maxOccurs="1" minOccurs="0"/>
        <xsd:element ref="dc:language" maxOccurs="1" minOccurs="0"/>
        <xsd:element type="xsd:string" name="category" maxOccurs="1" minOccurs="0"/>
        <xsd:element type="xsd:string" name="version" maxOccurs="1" minOccurs="0"/>
        <xsd:element type="xsd:string" name="revision" maxOccurs="1" minOccurs="0">
          <xsd:annotation>
            <xsd:documentation>
                        This value indicates the number of saves or revisions. The application is responsible for updating this value after each revision.
                    </xsd:documentation>
          </xsd:annotation>
        </xsd:element>
        <xsd:element type="xsd:string" name="lastModifiedBy" maxOccurs="1" minOccurs="0"/>
        <xsd:element ref="dcterms:modified" maxOccurs="1" minOccurs="0"/>
        <xsd:element type="xsd:string" name="contentStatus" maxOccurs="1" minOccurs="0"/>
      </xsd:all>
    </xsd:complexType>
  </xsd:schema>
  <xs:schema xmlns:pc="http://schemas.microsoft.com/office/infopath/2007/PartnerControls" xmlns:xs="http://www.w3.org/2001/XMLSchema" attributeFormDefault="unqualified" targetNamespace="http://schemas.microsoft.com/office/infopath/2007/PartnerControls" elementFormDefault="qualified">
    <xs:element name="Person">
      <xs:complexType>
        <xs:sequence>
          <xs:element ref="pc:DisplayName" minOccurs="0"/>
          <xs:element ref="pc:AccountId" minOccurs="0"/>
          <xs:element ref="pc:AccountType" minOccurs="0"/>
        </xs:sequence>
      </xs:complexType>
    </xs:element>
    <xs:element type="xs:string" name="DisplayName"/>
    <xs:element type="xs:string" name="AccountId"/>
    <xs:element type="xs:string" name="AccountType"/>
    <xs:element name="BDCAssociatedEntity">
      <xs:complexType>
        <xs:sequence>
          <xs:element ref="pc:BDCEntity" maxOccurs="unbounded" minOccurs="0"/>
        </xs:sequence>
        <xs:attribute ref="pc:EntityNamespace"/>
        <xs:attribute ref="pc:EntityName"/>
        <xs:attribute ref="pc:SystemInstanceName"/>
        <xs:attribute ref="pc:AssociationName"/>
      </xs:complexType>
    </xs:element>
    <xs:attribute type="xs:string" name="EntityNamespace"/>
    <xs:attribute type="xs:string" name="EntityName"/>
    <xs:attribute type="xs:string" name="SystemInstanceName"/>
    <xs:attribute type="xs:string" name="AssociationName"/>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type="xs:string" name="EntityDisplayName"/>
    <xs:element type="xs:string" name="EntityInstanceReference"/>
    <xs:element type="xs:string" name="EntityId1"/>
    <xs:element type="xs:string" name="EntityId2"/>
    <xs:element type="xs:string" name="EntityId3"/>
    <xs:element type="xs:string" name="EntityId4"/>
    <xs:element type="xs:string" name="EntityId5"/>
    <xs:element name="Terms">
      <xs:complexType>
        <xs:sequence>
          <xs:element ref="pc:TermInfo" maxOccurs="unbounded" minOccurs="0"/>
        </xs:sequence>
      </xs:complexType>
    </xs:element>
    <xs:element name="TermInfo">
      <xs:complexType>
        <xs:sequence>
          <xs:element ref="pc:TermName" minOccurs="0"/>
          <xs:element ref="pc:TermId" minOccurs="0"/>
        </xs:sequence>
      </xs:complexType>
    </xs:element>
    <xs:element type="xs:string" name="TermName"/>
    <xs:element type="xs:string" name="TermId"/>
  </xs:schema>
</ct:contentTypeSchema>
</file>

<file path=customXml/itemProps1.xml><?xml version="1.0" encoding="utf-8"?>
<ds:datastoreItem xmlns:ds="http://schemas.openxmlformats.org/officeDocument/2006/customXml" ds:itemID="{E457329C-FB5F-4A4D-B331-82D30E9A7432}">
  <ds:schemaRefs/>
</ds:datastoreItem>
</file>

<file path=customXml/itemProps2.xml><?xml version="1.0" encoding="utf-8"?>
<ds:datastoreItem xmlns:ds="http://schemas.openxmlformats.org/officeDocument/2006/customXml" ds:itemID="{CC1A7FE3-81F7-4596-A188-3EE8D4188E1F}">
  <ds:schemaRefs/>
</ds:datastoreItem>
</file>

<file path=customXml/itemProps3.xml><?xml version="1.0" encoding="utf-8"?>
<ds:datastoreItem xmlns:ds="http://schemas.openxmlformats.org/officeDocument/2006/customXml" ds:itemID="{25AC9B50-7775-47B3-B531-8338F6452AB0}">
  <ds:schemaRefs/>
</ds:datastoreItem>
</file>

<file path=docProps/app.xml><?xml version="1.0" encoding="utf-8"?>
<Properties xmlns="http://schemas.openxmlformats.org/officeDocument/2006/extended-properties" xmlns:vt="http://schemas.openxmlformats.org/officeDocument/2006/docPropsVTypes">
  <TotalTime>0</TotalTime>
  <Words>8838</Words>
  <Application>WPS 文字</Application>
  <PresentationFormat>Bildschirmpräsentation (4:3)</PresentationFormat>
  <Paragraphs>624</Paragraphs>
  <Slides>26</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26</vt:i4>
      </vt:variant>
    </vt:vector>
  </HeadingPairs>
  <TitlesOfParts>
    <vt:vector size="42" baseType="lpstr">
      <vt:lpstr>Arial</vt:lpstr>
      <vt:lpstr>宋体</vt:lpstr>
      <vt:lpstr>Wingdings</vt:lpstr>
      <vt:lpstr>Arial</vt:lpstr>
      <vt:lpstr>Symbol</vt:lpstr>
      <vt:lpstr>Kingsoft Sign</vt:lpstr>
      <vt:lpstr>微软雅黑</vt:lpstr>
      <vt:lpstr>汉仪旗黑</vt:lpstr>
      <vt:lpstr>宋体</vt:lpstr>
      <vt:lpstr>Arial Unicode MS</vt:lpstr>
      <vt:lpstr>Calibri</vt:lpstr>
      <vt:lpstr>Helvetica Neue</vt:lpstr>
      <vt:lpstr>等线</vt:lpstr>
      <vt:lpstr>汉仪中等线KW</vt:lpstr>
      <vt:lpstr>汉仪书宋二KW</vt:lpstr>
      <vt:lpstr>FAU Erlangen-Nürnberg</vt:lpstr>
      <vt:lpstr>Willkommen</vt:lpstr>
      <vt:lpstr>Agenda</vt:lpstr>
      <vt:lpstr>Agenda</vt:lpstr>
      <vt:lpstr>Kapiteltrenner Mehrzeilig möglich</vt:lpstr>
      <vt:lpstr>Textfolie</vt:lpstr>
      <vt:lpstr>Textfolie | zweispaltig</vt:lpstr>
      <vt:lpstr>Textfolie | dreispaltig</vt:lpstr>
      <vt:lpstr>Text- Bildfolie</vt:lpstr>
      <vt:lpstr>Bild- Textfolie</vt:lpstr>
      <vt:lpstr>PowerPoint 演示文稿</vt:lpstr>
      <vt:lpstr>Bildfolie</vt:lpstr>
      <vt:lpstr>Bildfolie</vt:lpstr>
      <vt:lpstr>Bildfolie | dreispaltig</vt:lpstr>
      <vt:lpstr>Inhaltsfolie | Säulendiagramm</vt:lpstr>
      <vt:lpstr>Inhaltsfolie mit Text | Säulendiagramm</vt:lpstr>
      <vt:lpstr>Inhaltsfolie | Torten- &amp; Ringdiagramm</vt:lpstr>
      <vt:lpstr>Inhaltsfolie mit Text | Tortendiagramm</vt:lpstr>
      <vt:lpstr>Inhaltsfolie mit Text | Ringdiagramm</vt:lpstr>
      <vt:lpstr>Inhaltsfolie | Tabellenbeispiel</vt:lpstr>
      <vt:lpstr>Inhaltsfolie mit Text | Tabellenbeispiel</vt:lpstr>
      <vt:lpstr>Folie zur freien Gestaltung | Blau</vt:lpstr>
      <vt:lpstr>Folie zur freien Gestaltung | Zeitstrahl</vt:lpstr>
      <vt:lpstr>Folie zur freien Gestaltung | Weiß</vt:lpstr>
      <vt:lpstr>Folie zur freien Gestaltung | Zeitstrahl</vt:lpstr>
      <vt:lpstr>Zitatfolie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Willkommen</dc:title>
  <dc:creator>Julia Gutschmidt</dc:creator>
  <cp:lastModifiedBy>马小奕</cp:lastModifiedBy>
  <cp:revision>122</cp:revision>
  <dcterms:created xsi:type="dcterms:W3CDTF">2026-07-03T11:53:36Z</dcterms:created>
  <dcterms:modified xsi:type="dcterms:W3CDTF">2026-07-03T11:53:36Z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0x010100B7C64748B88E4F4A81E78C320064AA18</vt:lpwstr>
  </property>
  <property fmtid="{D5CDD505-2E9C-101B-9397-08002B2CF9AE}" pid="3" name="ICV">
    <vt:lpwstr>D1B83A3139B7B161C0A2476A3CCF10D1_43</vt:lpwstr>
  </property>
  <property fmtid="{D5CDD505-2E9C-101B-9397-08002B2CF9AE}" pid="4" name="KSOProductBuildVer">
    <vt:lpwstr>2052-12.1.23540.23540</vt:lpwstr>
  </property>
</Properties>
</file>