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10"/>
    <p:sldId id="275" r:id="rId9"/>
    <p:sldId id="276" r:id="rId8"/>
    <p:sldId id="277" r:id="rId7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E42"/>
    <a:srgbClr val="C50F3C"/>
    <a:srgbClr val="971B2F"/>
    <a:srgbClr val="043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69" autoAdjust="0"/>
    <p:restoredTop sz="96081" autoAdjust="0"/>
  </p:normalViewPr>
  <p:slideViewPr>
    <p:cSldViewPr snapToGrid="0">
      <p:cViewPr varScale="1">
        <p:scale>
          <a:sx n="156" d="100"/>
          <a:sy n="156" d="100"/>
        </p:scale>
        <p:origin x="2328" y="176"/>
      </p:cViewPr>
      <p:guideLst/>
    </p:cSldViewPr>
  </p:slideViewPr>
  <p:outlineViewPr>
    <p:cViewPr>
      <p:scale>
        <a:sx n="33" d="100"/>
        <a:sy n="33" d="100"/>
      </p:scale>
      <p:origin x="0" y="-2784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7" Type="http://schemas.openxmlformats.org/officeDocument/2006/relationships/slide" Target="slides/slide22.xml"/><Relationship Id="rId8" Type="http://schemas.openxmlformats.org/officeDocument/2006/relationships/slide" Target="slides/slide21.xml"/><Relationship Id="rId9" Type="http://schemas.openxmlformats.org/officeDocument/2006/relationships/slide" Target="slides/slide20.xml"/><Relationship Id="rId10" Type="http://schemas.openxmlformats.org/officeDocument/2006/relationships/slide" Target="slides/slide1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ableStyles" Target="tableStyles.xml"/><Relationship Id="rId34" Type="http://schemas.openxmlformats.org/officeDocument/2006/relationships/customXml" Target="../customXml/item1.xml"/><Relationship Id="rId35" Type="http://schemas.openxmlformats.org/officeDocument/2006/relationships/customXml" Target="../customXml/item2.xml"/><Relationship Id="rId36" Type="http://schemas.openxmlformats.org/officeDocument/2006/relationships/customXml" Target="../customXml/item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elbild">
    <p:bg>
      <p:bgPr>
        <a:solidFill>
          <a:srgbClr val="C50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6"/>
            <a:ext cx="9144000" cy="5229225"/>
          </a:xfrm>
          <a:gradFill>
            <a:gsLst>
              <a:gs pos="50000">
                <a:schemeClr val="bg2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3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  <a:endParaRPr lang="de-DE" dirty="0"/>
          </a:p>
        </p:txBody>
      </p:sp>
      <p:sp>
        <p:nvSpPr>
          <p:cNvPr id="165" name="Bildplatzhalter 60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9144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0123" y="3042516"/>
            <a:ext cx="3732625" cy="77296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49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  <a:endParaRPr lang="de-DE" dirty="0"/>
          </a:p>
        </p:txBody>
      </p:sp>
      <p:sp>
        <p:nvSpPr>
          <p:cNvPr id="56" name="Rechteck 55"/>
          <p:cNvSpPr/>
          <p:nvPr userDrawn="1"/>
        </p:nvSpPr>
        <p:spPr>
          <a:xfrm>
            <a:off x="388800" y="1196733"/>
            <a:ext cx="8757047" cy="72000"/>
          </a:xfrm>
          <a:prstGeom prst="rect">
            <a:avLst/>
          </a:prstGeom>
          <a:solidFill>
            <a:srgbClr val="971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grpSp>
        <p:nvGrpSpPr>
          <p:cNvPr id="57" name="Gruppieren 56"/>
          <p:cNvGrpSpPr/>
          <p:nvPr userDrawn="1"/>
        </p:nvGrpSpPr>
        <p:grpSpPr>
          <a:xfrm>
            <a:off x="-292893" y="160153"/>
            <a:ext cx="250031" cy="136812"/>
            <a:chOff x="-133350" y="2711163"/>
            <a:chExt cx="333375" cy="136812"/>
          </a:xfrm>
        </p:grpSpPr>
        <p:cxnSp>
          <p:nvCxnSpPr>
            <p:cNvPr id="58" name="Gerader Verbinder 57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/>
            <p:cNvSpPr txBox="1"/>
            <p:nvPr userDrawn="1"/>
          </p:nvSpPr>
          <p:spPr>
            <a:xfrm>
              <a:off x="-95973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08,70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60" name="Gruppieren 59"/>
          <p:cNvGrpSpPr/>
          <p:nvPr userDrawn="1"/>
        </p:nvGrpSpPr>
        <p:grpSpPr>
          <a:xfrm>
            <a:off x="-292893" y="1131703"/>
            <a:ext cx="250031" cy="136812"/>
            <a:chOff x="-133350" y="2711163"/>
            <a:chExt cx="333375" cy="136812"/>
          </a:xfrm>
        </p:grpSpPr>
        <p:cxnSp>
          <p:nvCxnSpPr>
            <p:cNvPr id="61" name="Gerader Verbinder 60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06,00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63" name="Gruppieren 62"/>
          <p:cNvGrpSpPr/>
          <p:nvPr userDrawn="1"/>
        </p:nvGrpSpPr>
        <p:grpSpPr>
          <a:xfrm>
            <a:off x="-292893" y="1491963"/>
            <a:ext cx="250031" cy="136812"/>
            <a:chOff x="-133350" y="2711163"/>
            <a:chExt cx="333375" cy="136812"/>
          </a:xfrm>
        </p:grpSpPr>
        <p:cxnSp>
          <p:nvCxnSpPr>
            <p:cNvPr id="64" name="Gerader Verbinder 63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05,00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66" name="Gruppieren 65"/>
          <p:cNvGrpSpPr/>
          <p:nvPr userDrawn="1"/>
        </p:nvGrpSpPr>
        <p:grpSpPr>
          <a:xfrm>
            <a:off x="-292893" y="3292188"/>
            <a:ext cx="250031" cy="136812"/>
            <a:chOff x="-133350" y="2711163"/>
            <a:chExt cx="333375" cy="136812"/>
          </a:xfrm>
        </p:grpSpPr>
        <p:cxnSp>
          <p:nvCxnSpPr>
            <p:cNvPr id="67" name="Gerader Verbinder 66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69" name="Gruppieren 68"/>
          <p:cNvGrpSpPr/>
          <p:nvPr userDrawn="1"/>
        </p:nvGrpSpPr>
        <p:grpSpPr>
          <a:xfrm>
            <a:off x="-292893" y="6063963"/>
            <a:ext cx="250031" cy="136812"/>
            <a:chOff x="-133350" y="2711163"/>
            <a:chExt cx="333375" cy="136812"/>
          </a:xfrm>
        </p:grpSpPr>
        <p:cxnSp>
          <p:nvCxnSpPr>
            <p:cNvPr id="70" name="Gerader Verbinder 69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/>
            <p:cNvSpPr txBox="1"/>
            <p:nvPr userDrawn="1"/>
          </p:nvSpPr>
          <p:spPr>
            <a:xfrm>
              <a:off x="-95970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07,70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72" name="Gruppieren 71"/>
          <p:cNvGrpSpPr/>
          <p:nvPr userDrawn="1"/>
        </p:nvGrpSpPr>
        <p:grpSpPr>
          <a:xfrm>
            <a:off x="-292893" y="6495763"/>
            <a:ext cx="250031" cy="136812"/>
            <a:chOff x="-133350" y="2711163"/>
            <a:chExt cx="333375" cy="136812"/>
          </a:xfrm>
        </p:grpSpPr>
        <p:cxnSp>
          <p:nvCxnSpPr>
            <p:cNvPr id="73" name="Gerader Verbinder 72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/>
            <p:cNvSpPr txBox="1"/>
            <p:nvPr userDrawn="1"/>
          </p:nvSpPr>
          <p:spPr>
            <a:xfrm>
              <a:off x="-95969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08,90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75" name="Gruppieren 74"/>
          <p:cNvGrpSpPr/>
          <p:nvPr userDrawn="1"/>
        </p:nvGrpSpPr>
        <p:grpSpPr>
          <a:xfrm rot="16200000">
            <a:off x="169567" y="-282035"/>
            <a:ext cx="333375" cy="102606"/>
            <a:chOff x="-133350" y="2711167"/>
            <a:chExt cx="333375" cy="136808"/>
          </a:xfrm>
        </p:grpSpPr>
        <p:cxnSp>
          <p:nvCxnSpPr>
            <p:cNvPr id="76" name="Gerader Verbinder 75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/>
            <p:cNvSpPr txBox="1"/>
            <p:nvPr userDrawn="1"/>
          </p:nvSpPr>
          <p:spPr>
            <a:xfrm>
              <a:off x="-63646" y="2711167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15,50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78" name="Gruppieren 77"/>
          <p:cNvGrpSpPr/>
          <p:nvPr userDrawn="1"/>
        </p:nvGrpSpPr>
        <p:grpSpPr>
          <a:xfrm rot="16200000">
            <a:off x="4273057" y="-282036"/>
            <a:ext cx="333375" cy="102603"/>
            <a:chOff x="-133350" y="2711171"/>
            <a:chExt cx="333375" cy="136804"/>
          </a:xfrm>
        </p:grpSpPr>
        <p:cxnSp>
          <p:nvCxnSpPr>
            <p:cNvPr id="79" name="Gerader Verbinder 78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/>
            <p:cNvSpPr txBox="1"/>
            <p:nvPr userDrawn="1"/>
          </p:nvSpPr>
          <p:spPr>
            <a:xfrm>
              <a:off x="-63643" y="2711171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00,30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81" name="Gruppieren 80"/>
          <p:cNvGrpSpPr/>
          <p:nvPr userDrawn="1"/>
        </p:nvGrpSpPr>
        <p:grpSpPr>
          <a:xfrm>
            <a:off x="4652949" y="-397424"/>
            <a:ext cx="93680" cy="333375"/>
            <a:chOff x="6416679" y="-397424"/>
            <a:chExt cx="124907" cy="333375"/>
          </a:xfrm>
        </p:grpSpPr>
        <p:cxnSp>
          <p:nvCxnSpPr>
            <p:cNvPr id="82" name="Gerader Verbinder 81"/>
            <p:cNvCxnSpPr/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/>
            <p:cNvSpPr txBox="1"/>
            <p:nvPr userDrawn="1"/>
          </p:nvSpPr>
          <p:spPr>
            <a:xfrm rot="16200000">
              <a:off x="6382151" y="-293191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00,30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cxnSp>
        <p:nvCxnSpPr>
          <p:cNvPr id="84" name="Gerader Verbinder 83"/>
          <p:cNvCxnSpPr/>
          <p:nvPr userDrawn="1"/>
        </p:nvCxnSpPr>
        <p:spPr>
          <a:xfrm rot="16200000">
            <a:off x="4405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/>
          <p:cNvGrpSpPr/>
          <p:nvPr userDrawn="1"/>
        </p:nvGrpSpPr>
        <p:grpSpPr>
          <a:xfrm rot="16200000">
            <a:off x="8543829" y="-282039"/>
            <a:ext cx="333375" cy="102600"/>
            <a:chOff x="-133350" y="2711175"/>
            <a:chExt cx="333375" cy="136800"/>
          </a:xfrm>
        </p:grpSpPr>
        <p:cxnSp>
          <p:nvCxnSpPr>
            <p:cNvPr id="86" name="Gerader Verbinder 85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/>
            <p:cNvSpPr txBox="1"/>
            <p:nvPr userDrawn="1"/>
          </p:nvSpPr>
          <p:spPr>
            <a:xfrm>
              <a:off x="-63640" y="2711175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15,50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sp>
        <p:nvSpPr>
          <p:cNvPr id="88" name="Freihandform: Form 87"/>
          <p:cNvSpPr/>
          <p:nvPr userDrawn="1"/>
        </p:nvSpPr>
        <p:spPr>
          <a:xfrm>
            <a:off x="7352747" y="300703"/>
            <a:ext cx="1403903" cy="535987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201" name="Grafik 3"/>
          <p:cNvGrpSpPr/>
          <p:nvPr userDrawn="1"/>
        </p:nvGrpSpPr>
        <p:grpSpPr>
          <a:xfrm>
            <a:off x="387350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202" name="Freihandform: Form 201"/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/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/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/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/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/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/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/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/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/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/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/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/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/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/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/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/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/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/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/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/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/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/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/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/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/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/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/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/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/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/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/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/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34"/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35"/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36"/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8" name="Freihandform: Form 237"/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9" name="Freihandform: Form 238"/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0" name="Freihandform: Form 239"/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1" name="Freihandform: Form 240"/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2" name="Freihandform: Form 241"/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3" name="Freihandform: Form 242"/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4" name="Freihandform: Form 243"/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5" name="Freihandform: Form 244"/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6" name="Freihandform: Form 245"/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7" name="Freihandform: Form 246"/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8" name="Freihandform: Form 247"/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9" name="Freihandform: Form 248"/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0" name="Freihandform: Form 249"/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1" name="Freihandform: Form 250"/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2" name="Freihandform: Form 251"/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3" name="Freihandform: Form 252"/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4" name="Freihandform: Form 253"/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5" name="Freihandform: Form 254"/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6" name="Freihandform: Form 255"/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7" name="Freihandform: Form 256"/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8" name="Freihandform: Form 257"/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9" name="Freihandform: Form 258"/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0" name="Freihandform: Form 259"/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1" name="Freihandform: Form 260"/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3A293-12EA-44CC-B932-2161B83F6DA9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711045" y="2354712"/>
            <a:ext cx="3779992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Agendapunkt / Kapitelthema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88739" y="2354712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02 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711045" y="4525377"/>
            <a:ext cx="3779992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Agendapunkt / Kapitelthema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88739" y="4525377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05 </a:t>
            </a:r>
            <a:endParaRPr lang="de-DE" dirty="0"/>
          </a:p>
        </p:txBody>
      </p:sp>
      <p:sp>
        <p:nvSpPr>
          <p:cNvPr id="17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711045" y="3078267"/>
            <a:ext cx="3779992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Agendapunkt / Kapitelthema</a:t>
            </a:r>
            <a:endParaRPr lang="de-DE" dirty="0"/>
          </a:p>
        </p:txBody>
      </p:sp>
      <p:sp>
        <p:nvSpPr>
          <p:cNvPr id="18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388739" y="3078267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03 </a:t>
            </a:r>
            <a:endParaRPr lang="de-DE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21" hasCustomPrompt="1"/>
          </p:nvPr>
        </p:nvSpPr>
        <p:spPr>
          <a:xfrm>
            <a:off x="711045" y="3801822"/>
            <a:ext cx="3779992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Agendapunkt / Kapitelthema</a:t>
            </a:r>
            <a:endParaRPr lang="de-DE" dirty="0"/>
          </a:p>
        </p:txBody>
      </p:sp>
      <p:sp>
        <p:nvSpPr>
          <p:cNvPr id="21" name="Textplatzhalter 6"/>
          <p:cNvSpPr>
            <a:spLocks noGrp="1"/>
          </p:cNvSpPr>
          <p:nvPr>
            <p:ph type="body" sz="quarter" idx="22" hasCustomPrompt="1"/>
          </p:nvPr>
        </p:nvSpPr>
        <p:spPr>
          <a:xfrm>
            <a:off x="388739" y="3801822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04 </a:t>
            </a:r>
            <a:endParaRPr lang="de-DE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23" hasCustomPrompt="1"/>
          </p:nvPr>
        </p:nvSpPr>
        <p:spPr>
          <a:xfrm>
            <a:off x="711045" y="5248931"/>
            <a:ext cx="3779992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Agendapunkt / Kapitelthema</a:t>
            </a:r>
            <a:endParaRPr lang="de-DE" dirty="0"/>
          </a:p>
        </p:txBody>
      </p:sp>
      <p:sp>
        <p:nvSpPr>
          <p:cNvPr id="25" name="Textplatzhalter 6"/>
          <p:cNvSpPr>
            <a:spLocks noGrp="1"/>
          </p:cNvSpPr>
          <p:nvPr>
            <p:ph type="body" sz="quarter" idx="24" hasCustomPrompt="1"/>
          </p:nvPr>
        </p:nvSpPr>
        <p:spPr>
          <a:xfrm>
            <a:off x="388739" y="5248931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06 </a:t>
            </a:r>
            <a:endParaRPr lang="de-DE" dirty="0"/>
          </a:p>
        </p:txBody>
      </p:sp>
      <p:sp>
        <p:nvSpPr>
          <p:cNvPr id="26" name="Textplatzhalter 6"/>
          <p:cNvSpPr>
            <a:spLocks noGrp="1"/>
          </p:cNvSpPr>
          <p:nvPr>
            <p:ph type="body" sz="quarter" idx="25" hasCustomPrompt="1"/>
          </p:nvPr>
        </p:nvSpPr>
        <p:spPr>
          <a:xfrm>
            <a:off x="4977143" y="1632185"/>
            <a:ext cx="3779905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/>
          <p:cNvSpPr>
            <a:spLocks noGrp="1"/>
          </p:cNvSpPr>
          <p:nvPr>
            <p:ph type="body" sz="quarter" idx="26" hasCustomPrompt="1"/>
          </p:nvPr>
        </p:nvSpPr>
        <p:spPr>
          <a:xfrm>
            <a:off x="4654749" y="1632185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07 </a:t>
            </a:r>
            <a:endParaRPr lang="de-DE" dirty="0"/>
          </a:p>
        </p:txBody>
      </p:sp>
      <p:sp>
        <p:nvSpPr>
          <p:cNvPr id="28" name="Textplatzhalter 6"/>
          <p:cNvSpPr>
            <a:spLocks noGrp="1"/>
          </p:cNvSpPr>
          <p:nvPr>
            <p:ph type="body" sz="quarter" idx="27" hasCustomPrompt="1"/>
          </p:nvPr>
        </p:nvSpPr>
        <p:spPr>
          <a:xfrm>
            <a:off x="4977143" y="2355534"/>
            <a:ext cx="3779905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654749" y="2355534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08 </a:t>
            </a:r>
            <a:endParaRPr lang="de-DE" dirty="0"/>
          </a:p>
        </p:txBody>
      </p:sp>
      <p:sp>
        <p:nvSpPr>
          <p:cNvPr id="30" name="Textplatzhalter 6"/>
          <p:cNvSpPr>
            <a:spLocks noGrp="1"/>
          </p:cNvSpPr>
          <p:nvPr>
            <p:ph type="body" sz="quarter" idx="29" hasCustomPrompt="1"/>
          </p:nvPr>
        </p:nvSpPr>
        <p:spPr>
          <a:xfrm>
            <a:off x="4977143" y="4525581"/>
            <a:ext cx="3779905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/>
          <p:cNvSpPr>
            <a:spLocks noGrp="1"/>
          </p:cNvSpPr>
          <p:nvPr>
            <p:ph type="body" sz="quarter" idx="30" hasCustomPrompt="1"/>
          </p:nvPr>
        </p:nvSpPr>
        <p:spPr>
          <a:xfrm>
            <a:off x="4654749" y="4525581"/>
            <a:ext cx="238591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11 </a:t>
            </a:r>
            <a:endParaRPr lang="de-DE" dirty="0"/>
          </a:p>
        </p:txBody>
      </p:sp>
      <p:sp>
        <p:nvSpPr>
          <p:cNvPr id="32" name="Textplatzhalter 6"/>
          <p:cNvSpPr>
            <a:spLocks noGrp="1"/>
          </p:cNvSpPr>
          <p:nvPr>
            <p:ph type="body" sz="quarter" idx="31" hasCustomPrompt="1"/>
          </p:nvPr>
        </p:nvSpPr>
        <p:spPr>
          <a:xfrm>
            <a:off x="4977143" y="3078883"/>
            <a:ext cx="3779905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/>
          <p:cNvSpPr>
            <a:spLocks noGrp="1"/>
          </p:cNvSpPr>
          <p:nvPr>
            <p:ph type="body" sz="quarter" idx="32" hasCustomPrompt="1"/>
          </p:nvPr>
        </p:nvSpPr>
        <p:spPr>
          <a:xfrm>
            <a:off x="4654749" y="3078883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09 </a:t>
            </a:r>
            <a:endParaRPr lang="de-DE" dirty="0"/>
          </a:p>
        </p:txBody>
      </p:sp>
      <p:sp>
        <p:nvSpPr>
          <p:cNvPr id="34" name="Textplatzhalter 6"/>
          <p:cNvSpPr>
            <a:spLocks noGrp="1"/>
          </p:cNvSpPr>
          <p:nvPr>
            <p:ph type="body" sz="quarter" idx="33" hasCustomPrompt="1"/>
          </p:nvPr>
        </p:nvSpPr>
        <p:spPr>
          <a:xfrm>
            <a:off x="4977143" y="3802232"/>
            <a:ext cx="3779905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/>
          <p:cNvSpPr>
            <a:spLocks noGrp="1"/>
          </p:cNvSpPr>
          <p:nvPr>
            <p:ph type="body" sz="quarter" idx="34" hasCustomPrompt="1"/>
          </p:nvPr>
        </p:nvSpPr>
        <p:spPr>
          <a:xfrm>
            <a:off x="4654749" y="3802232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10 </a:t>
            </a:r>
            <a:endParaRPr lang="de-DE" dirty="0"/>
          </a:p>
        </p:txBody>
      </p:sp>
      <p:sp>
        <p:nvSpPr>
          <p:cNvPr id="36" name="Textplatzhalter 6"/>
          <p:cNvSpPr>
            <a:spLocks noGrp="1"/>
          </p:cNvSpPr>
          <p:nvPr>
            <p:ph type="body" sz="quarter" idx="35" hasCustomPrompt="1"/>
          </p:nvPr>
        </p:nvSpPr>
        <p:spPr>
          <a:xfrm>
            <a:off x="4977143" y="5248931"/>
            <a:ext cx="3779905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/>
          <p:cNvSpPr>
            <a:spLocks noGrp="1"/>
          </p:cNvSpPr>
          <p:nvPr>
            <p:ph type="body" sz="quarter" idx="36" hasCustomPrompt="1"/>
          </p:nvPr>
        </p:nvSpPr>
        <p:spPr>
          <a:xfrm>
            <a:off x="4654749" y="5248931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12 </a:t>
            </a:r>
            <a:endParaRPr lang="de-DE" dirty="0"/>
          </a:p>
        </p:txBody>
      </p:sp>
      <p:sp>
        <p:nvSpPr>
          <p:cNvPr id="38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  <p:sp>
        <p:nvSpPr>
          <p:cNvPr id="39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711045" y="1631156"/>
            <a:ext cx="3779992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Agendapunkt / Kapitelthema</a:t>
            </a:r>
            <a:endParaRPr lang="de-DE" dirty="0"/>
          </a:p>
        </p:txBody>
      </p:sp>
      <p:sp>
        <p:nvSpPr>
          <p:cNvPr id="40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88739" y="1631156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01 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932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5F7C8-BAB2-48BC-B228-A6D1086D7370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39" name="Bildplatzhalter 8"/>
          <p:cNvSpPr>
            <a:spLocks noGrp="1"/>
          </p:cNvSpPr>
          <p:nvPr>
            <p:ph type="pic" sz="quarter" idx="25" hasCustomPrompt="1"/>
          </p:nvPr>
        </p:nvSpPr>
        <p:spPr>
          <a:xfrm>
            <a:off x="4654747" y="1631156"/>
            <a:ext cx="4102299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  <a:endParaRPr lang="de-DE"/>
          </a:p>
        </p:txBody>
      </p:sp>
      <p:sp>
        <p:nvSpPr>
          <p:cNvPr id="40" name="Textplatzhalter 10"/>
          <p:cNvSpPr>
            <a:spLocks noGrp="1"/>
          </p:cNvSpPr>
          <p:nvPr>
            <p:ph type="body" sz="quarter" idx="26" hasCustomPrompt="1"/>
          </p:nvPr>
        </p:nvSpPr>
        <p:spPr>
          <a:xfrm>
            <a:off x="4654747" y="5690271"/>
            <a:ext cx="4102299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00"/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  <p:sp>
        <p:nvSpPr>
          <p:cNvPr id="23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711045" y="2354712"/>
            <a:ext cx="3779992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Agendapunkt / Kapitelthema</a:t>
            </a:r>
            <a:endParaRPr lang="de-DE" dirty="0"/>
          </a:p>
        </p:txBody>
      </p:sp>
      <p:sp>
        <p:nvSpPr>
          <p:cNvPr id="26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88739" y="2354712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02 </a:t>
            </a:r>
            <a:endParaRPr lang="de-DE" dirty="0"/>
          </a:p>
        </p:txBody>
      </p:sp>
      <p:sp>
        <p:nvSpPr>
          <p:cNvPr id="27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711045" y="4525377"/>
            <a:ext cx="3779992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Agendapunkt / Kapitelthema</a:t>
            </a:r>
            <a:endParaRPr lang="de-DE" dirty="0"/>
          </a:p>
        </p:txBody>
      </p:sp>
      <p:sp>
        <p:nvSpPr>
          <p:cNvPr id="28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88739" y="4525377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05 </a:t>
            </a:r>
            <a:endParaRPr lang="de-DE" dirty="0"/>
          </a:p>
        </p:txBody>
      </p:sp>
      <p:sp>
        <p:nvSpPr>
          <p:cNvPr id="29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711045" y="3078267"/>
            <a:ext cx="3779992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Agendapunkt / Kapitelthema</a:t>
            </a:r>
            <a:endParaRPr lang="de-DE" dirty="0"/>
          </a:p>
        </p:txBody>
      </p:sp>
      <p:sp>
        <p:nvSpPr>
          <p:cNvPr id="30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388739" y="3078267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03 </a:t>
            </a:r>
            <a:endParaRPr lang="de-DE" dirty="0"/>
          </a:p>
        </p:txBody>
      </p:sp>
      <p:sp>
        <p:nvSpPr>
          <p:cNvPr id="31" name="Textplatzhalter 6"/>
          <p:cNvSpPr>
            <a:spLocks noGrp="1"/>
          </p:cNvSpPr>
          <p:nvPr>
            <p:ph type="body" sz="quarter" idx="21" hasCustomPrompt="1"/>
          </p:nvPr>
        </p:nvSpPr>
        <p:spPr>
          <a:xfrm>
            <a:off x="711045" y="3801822"/>
            <a:ext cx="3779992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Agendapunkt / Kapitelthema</a:t>
            </a:r>
            <a:endParaRPr lang="de-DE" dirty="0"/>
          </a:p>
        </p:txBody>
      </p:sp>
      <p:sp>
        <p:nvSpPr>
          <p:cNvPr id="32" name="Textplatzhalter 6"/>
          <p:cNvSpPr>
            <a:spLocks noGrp="1"/>
          </p:cNvSpPr>
          <p:nvPr>
            <p:ph type="body" sz="quarter" idx="22" hasCustomPrompt="1"/>
          </p:nvPr>
        </p:nvSpPr>
        <p:spPr>
          <a:xfrm>
            <a:off x="388739" y="3801822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04 </a:t>
            </a:r>
            <a:endParaRPr lang="de-DE" dirty="0"/>
          </a:p>
        </p:txBody>
      </p:sp>
      <p:sp>
        <p:nvSpPr>
          <p:cNvPr id="33" name="Textplatzhalter 6"/>
          <p:cNvSpPr>
            <a:spLocks noGrp="1"/>
          </p:cNvSpPr>
          <p:nvPr>
            <p:ph type="body" sz="quarter" idx="23" hasCustomPrompt="1"/>
          </p:nvPr>
        </p:nvSpPr>
        <p:spPr>
          <a:xfrm>
            <a:off x="711045" y="5248931"/>
            <a:ext cx="3779992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Agendapunkt / Kapitelthema</a:t>
            </a:r>
            <a:endParaRPr lang="de-DE" dirty="0"/>
          </a:p>
        </p:txBody>
      </p:sp>
      <p:sp>
        <p:nvSpPr>
          <p:cNvPr id="34" name="Textplatzhalter 6"/>
          <p:cNvSpPr>
            <a:spLocks noGrp="1"/>
          </p:cNvSpPr>
          <p:nvPr>
            <p:ph type="body" sz="quarter" idx="24" hasCustomPrompt="1"/>
          </p:nvPr>
        </p:nvSpPr>
        <p:spPr>
          <a:xfrm>
            <a:off x="388739" y="5248931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06 </a:t>
            </a:r>
            <a:endParaRPr lang="de-DE" dirty="0"/>
          </a:p>
        </p:txBody>
      </p:sp>
      <p:sp>
        <p:nvSpPr>
          <p:cNvPr id="35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711045" y="1631156"/>
            <a:ext cx="3779992" cy="218586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Agendapunkt / Kapitelthema</a:t>
            </a:r>
            <a:endParaRPr lang="de-DE" dirty="0"/>
          </a:p>
        </p:txBody>
      </p:sp>
      <p:sp>
        <p:nvSpPr>
          <p:cNvPr id="36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88739" y="1631156"/>
            <a:ext cx="248466" cy="218586"/>
          </a:xfrm>
        </p:spPr>
        <p:txBody>
          <a:bodyPr wrap="none" rIns="0">
            <a:noAutofit/>
          </a:bodyPr>
          <a:lstStyle>
            <a:lvl1pPr>
              <a:defRPr sz="14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01 </a:t>
            </a:r>
            <a:endParaRPr lang="de-DE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37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88739" y="3013502"/>
            <a:ext cx="8368307" cy="830997"/>
          </a:xfrm>
        </p:spPr>
        <p:txBody>
          <a:bodyPr anchor="ctr" anchorCtr="0"/>
          <a:lstStyle>
            <a:lvl1pPr>
              <a:defRPr sz="3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7930836" y="6634667"/>
            <a:ext cx="519373" cy="107722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92CF052E-0690-410B-99BE-3B064D10B776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57" name="Rechteck 56"/>
          <p:cNvSpPr/>
          <p:nvPr userDrawn="1"/>
        </p:nvSpPr>
        <p:spPr>
          <a:xfrm>
            <a:off x="387900" y="6538526"/>
            <a:ext cx="87561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59" name="Rechteck 58"/>
          <p:cNvSpPr/>
          <p:nvPr userDrawn="1"/>
        </p:nvSpPr>
        <p:spPr>
          <a:xfrm>
            <a:off x="388800" y="1196733"/>
            <a:ext cx="8757047" cy="72000"/>
          </a:xfrm>
          <a:prstGeom prst="rect">
            <a:avLst/>
          </a:prstGeom>
          <a:solidFill>
            <a:srgbClr val="971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grpSp>
        <p:nvGrpSpPr>
          <p:cNvPr id="58" name="Gruppieren 57"/>
          <p:cNvGrpSpPr/>
          <p:nvPr userDrawn="1"/>
        </p:nvGrpSpPr>
        <p:grpSpPr>
          <a:xfrm>
            <a:off x="-292893" y="160153"/>
            <a:ext cx="250031" cy="136812"/>
            <a:chOff x="-133350" y="2711163"/>
            <a:chExt cx="333375" cy="136812"/>
          </a:xfrm>
        </p:grpSpPr>
        <p:cxnSp>
          <p:nvCxnSpPr>
            <p:cNvPr id="61" name="Gerader Verbinder 60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/>
            <p:cNvSpPr txBox="1"/>
            <p:nvPr userDrawn="1"/>
          </p:nvSpPr>
          <p:spPr>
            <a:xfrm>
              <a:off x="-95973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08,70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63" name="Gruppieren 62"/>
          <p:cNvGrpSpPr/>
          <p:nvPr userDrawn="1"/>
        </p:nvGrpSpPr>
        <p:grpSpPr>
          <a:xfrm>
            <a:off x="-292893" y="1131703"/>
            <a:ext cx="250031" cy="136812"/>
            <a:chOff x="-133350" y="2711163"/>
            <a:chExt cx="333375" cy="136812"/>
          </a:xfrm>
        </p:grpSpPr>
        <p:cxnSp>
          <p:nvCxnSpPr>
            <p:cNvPr id="64" name="Gerader Verbinder 63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06,00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66" name="Gruppieren 65"/>
          <p:cNvGrpSpPr/>
          <p:nvPr userDrawn="1"/>
        </p:nvGrpSpPr>
        <p:grpSpPr>
          <a:xfrm>
            <a:off x="-292893" y="1491963"/>
            <a:ext cx="250031" cy="136812"/>
            <a:chOff x="-133350" y="2711163"/>
            <a:chExt cx="333375" cy="136812"/>
          </a:xfrm>
        </p:grpSpPr>
        <p:cxnSp>
          <p:nvCxnSpPr>
            <p:cNvPr id="67" name="Gerader Verbinder 66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05,00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9" name="Gruppieren 68"/>
          <p:cNvGrpSpPr/>
          <p:nvPr userDrawn="1"/>
        </p:nvGrpSpPr>
        <p:grpSpPr>
          <a:xfrm>
            <a:off x="-292893" y="3292188"/>
            <a:ext cx="250031" cy="136812"/>
            <a:chOff x="-133350" y="2711163"/>
            <a:chExt cx="333375" cy="136812"/>
          </a:xfrm>
        </p:grpSpPr>
        <p:cxnSp>
          <p:nvCxnSpPr>
            <p:cNvPr id="70" name="Gerader Verbinder 69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00,00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2" name="Gruppieren 71"/>
          <p:cNvGrpSpPr/>
          <p:nvPr userDrawn="1"/>
        </p:nvGrpSpPr>
        <p:grpSpPr>
          <a:xfrm>
            <a:off x="-292893" y="6063963"/>
            <a:ext cx="250031" cy="136812"/>
            <a:chOff x="-133350" y="2711163"/>
            <a:chExt cx="333375" cy="136812"/>
          </a:xfrm>
        </p:grpSpPr>
        <p:cxnSp>
          <p:nvCxnSpPr>
            <p:cNvPr id="73" name="Gerader Verbinder 72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/>
            <p:cNvSpPr txBox="1"/>
            <p:nvPr userDrawn="1"/>
          </p:nvSpPr>
          <p:spPr>
            <a:xfrm>
              <a:off x="-95970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07,70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5" name="Gruppieren 74"/>
          <p:cNvGrpSpPr/>
          <p:nvPr userDrawn="1"/>
        </p:nvGrpSpPr>
        <p:grpSpPr>
          <a:xfrm>
            <a:off x="-292893" y="6495763"/>
            <a:ext cx="250031" cy="136812"/>
            <a:chOff x="-133350" y="2711163"/>
            <a:chExt cx="333375" cy="136812"/>
          </a:xfrm>
        </p:grpSpPr>
        <p:cxnSp>
          <p:nvCxnSpPr>
            <p:cNvPr id="76" name="Gerader Verbinder 75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/>
            <p:cNvSpPr txBox="1"/>
            <p:nvPr userDrawn="1"/>
          </p:nvSpPr>
          <p:spPr>
            <a:xfrm>
              <a:off x="-95969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08,90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8" name="Gruppieren 77"/>
          <p:cNvGrpSpPr/>
          <p:nvPr userDrawn="1"/>
        </p:nvGrpSpPr>
        <p:grpSpPr>
          <a:xfrm rot="16200000">
            <a:off x="169567" y="-282035"/>
            <a:ext cx="333375" cy="102606"/>
            <a:chOff x="-133350" y="2711167"/>
            <a:chExt cx="333375" cy="136808"/>
          </a:xfrm>
        </p:grpSpPr>
        <p:cxnSp>
          <p:nvCxnSpPr>
            <p:cNvPr id="79" name="Gerader Verbinder 78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/>
            <p:cNvSpPr txBox="1"/>
            <p:nvPr userDrawn="1"/>
          </p:nvSpPr>
          <p:spPr>
            <a:xfrm>
              <a:off x="-63646" y="2711167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15,50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81" name="Gruppieren 80"/>
          <p:cNvGrpSpPr/>
          <p:nvPr userDrawn="1"/>
        </p:nvGrpSpPr>
        <p:grpSpPr>
          <a:xfrm rot="16200000">
            <a:off x="4273057" y="-282036"/>
            <a:ext cx="333375" cy="102603"/>
            <a:chOff x="-133350" y="2711171"/>
            <a:chExt cx="333375" cy="136804"/>
          </a:xfrm>
        </p:grpSpPr>
        <p:cxnSp>
          <p:nvCxnSpPr>
            <p:cNvPr id="82" name="Gerader Verbinder 81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/>
            <p:cNvSpPr txBox="1"/>
            <p:nvPr userDrawn="1"/>
          </p:nvSpPr>
          <p:spPr>
            <a:xfrm>
              <a:off x="-63643" y="2711171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00,30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84" name="Gruppieren 83"/>
          <p:cNvGrpSpPr/>
          <p:nvPr userDrawn="1"/>
        </p:nvGrpSpPr>
        <p:grpSpPr>
          <a:xfrm>
            <a:off x="4652949" y="-397424"/>
            <a:ext cx="93680" cy="333375"/>
            <a:chOff x="6416679" y="-397424"/>
            <a:chExt cx="124907" cy="333375"/>
          </a:xfrm>
        </p:grpSpPr>
        <p:cxnSp>
          <p:nvCxnSpPr>
            <p:cNvPr id="85" name="Gerader Verbinder 84"/>
            <p:cNvCxnSpPr/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/>
            <p:cNvSpPr txBox="1"/>
            <p:nvPr userDrawn="1"/>
          </p:nvSpPr>
          <p:spPr>
            <a:xfrm rot="16200000">
              <a:off x="6382151" y="-293191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00,30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cxnSp>
        <p:nvCxnSpPr>
          <p:cNvPr id="87" name="Gerader Verbinder 86"/>
          <p:cNvCxnSpPr/>
          <p:nvPr userDrawn="1"/>
        </p:nvCxnSpPr>
        <p:spPr>
          <a:xfrm rot="16200000">
            <a:off x="4405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/>
          <p:cNvGrpSpPr/>
          <p:nvPr userDrawn="1"/>
        </p:nvGrpSpPr>
        <p:grpSpPr>
          <a:xfrm rot="16200000">
            <a:off x="8543829" y="-282039"/>
            <a:ext cx="333375" cy="102600"/>
            <a:chOff x="-133350" y="2711175"/>
            <a:chExt cx="333375" cy="136800"/>
          </a:xfrm>
        </p:grpSpPr>
        <p:cxnSp>
          <p:nvCxnSpPr>
            <p:cNvPr id="89" name="Gerader Verbinder 88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/>
            <p:cNvSpPr txBox="1"/>
            <p:nvPr userDrawn="1"/>
          </p:nvSpPr>
          <p:spPr>
            <a:xfrm>
              <a:off x="-63640" y="2711175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15,50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sp>
        <p:nvSpPr>
          <p:cNvPr id="91" name="Freihandform: Form 90"/>
          <p:cNvSpPr/>
          <p:nvPr userDrawn="1"/>
        </p:nvSpPr>
        <p:spPr>
          <a:xfrm>
            <a:off x="7352747" y="300703"/>
            <a:ext cx="1403903" cy="535987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101" name="Grafik 3"/>
          <p:cNvGrpSpPr/>
          <p:nvPr userDrawn="1"/>
        </p:nvGrpSpPr>
        <p:grpSpPr>
          <a:xfrm>
            <a:off x="387350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102" name="Freihandform: Form 201"/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202"/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203"/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204"/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205"/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206"/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207"/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208"/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209"/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210"/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211"/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212"/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213"/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214"/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215"/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216"/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217"/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218"/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219"/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220"/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221"/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222"/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223"/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224"/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225"/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226"/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227"/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228"/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229"/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230"/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231"/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232"/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233"/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234"/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235"/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236"/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237"/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238"/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239"/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40"/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41"/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42"/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43"/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44"/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45"/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46"/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47"/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48"/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49"/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50"/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51"/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52"/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53"/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54"/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55"/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56"/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57"/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58"/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59"/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60"/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0988E-EDA4-4372-8737-B4C8AE4A491B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88738" y="1631156"/>
            <a:ext cx="8368309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9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/>
          </a:p>
        </p:txBody>
      </p:sp>
      <p:sp>
        <p:nvSpPr>
          <p:cNvPr id="13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71560-C18B-437A-95D6-8EA184A5E1F7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88739" y="1631156"/>
            <a:ext cx="4102299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8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4654747" y="1631156"/>
            <a:ext cx="4102299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dirty="0"/>
          </a:p>
        </p:txBody>
      </p:sp>
      <p:sp>
        <p:nvSpPr>
          <p:cNvPr id="13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682F6-7B7E-410D-B189-26E13D9204F3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8603158" y="6634667"/>
            <a:ext cx="153889" cy="92333"/>
          </a:xfrm>
        </p:spPr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88739" y="1631157"/>
            <a:ext cx="2676616" cy="4569618"/>
          </a:xfrm>
        </p:spPr>
        <p:txBody>
          <a:bodyPr rIns="180000"/>
          <a:lstStyle/>
          <a:p>
            <a:pPr lvl="0"/>
            <a:r>
              <a:rPr lang="de-DE" dirty="0"/>
              <a:t>Mastertextformat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80432" y="1631157"/>
            <a:ext cx="2676616" cy="4569618"/>
          </a:xfrm>
        </p:spPr>
        <p:txBody>
          <a:bodyPr rIns="180000"/>
          <a:lstStyle/>
          <a:p>
            <a:pPr lvl="0"/>
            <a:r>
              <a:rPr lang="de-DE" dirty="0"/>
              <a:t>Mastertextformat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234585" y="1631157"/>
            <a:ext cx="2676616" cy="4569618"/>
          </a:xfrm>
        </p:spPr>
        <p:txBody>
          <a:bodyPr rIns="180000"/>
          <a:lstStyle/>
          <a:p>
            <a:pPr lvl="0"/>
            <a:r>
              <a:rPr lang="de-DE" dirty="0"/>
              <a:t>Mastertextformat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4244-7CBC-4FF4-B2F9-23472A3D164C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88739" y="1631156"/>
            <a:ext cx="4102299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dirty="0"/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25" hasCustomPrompt="1"/>
          </p:nvPr>
        </p:nvSpPr>
        <p:spPr>
          <a:xfrm>
            <a:off x="4654747" y="1631156"/>
            <a:ext cx="4102299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  <a:endParaRPr lang="de-DE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/>
          <p:cNvSpPr>
            <a:spLocks noGrp="1"/>
          </p:cNvSpPr>
          <p:nvPr>
            <p:ph type="pic" sz="quarter" idx="25" hasCustomPrompt="1"/>
          </p:nvPr>
        </p:nvSpPr>
        <p:spPr>
          <a:xfrm>
            <a:off x="388739" y="1631156"/>
            <a:ext cx="4102299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5B03-4A2F-414B-B258-8AF4EBE08BDF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8603158" y="6634667"/>
            <a:ext cx="153889" cy="92333"/>
          </a:xfrm>
        </p:spPr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654748" y="1631156"/>
            <a:ext cx="4102299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88739" y="3431381"/>
            <a:ext cx="2678400" cy="2769394"/>
          </a:xfrm>
          <a:solidFill>
            <a:schemeClr val="bg1"/>
          </a:solidFill>
        </p:spPr>
        <p:txBody>
          <a:bodyPr wrap="square" lIns="180000" tIns="180000" rIns="18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grpSp>
        <p:nvGrpSpPr>
          <p:cNvPr id="4" name="Gruppieren 3"/>
          <p:cNvGrpSpPr/>
          <p:nvPr userDrawn="1"/>
        </p:nvGrpSpPr>
        <p:grpSpPr>
          <a:xfrm>
            <a:off x="-292893" y="160153"/>
            <a:ext cx="250031" cy="136812"/>
            <a:chOff x="-133350" y="2711163"/>
            <a:chExt cx="333375" cy="136812"/>
          </a:xfrm>
        </p:grpSpPr>
        <p:cxnSp>
          <p:nvCxnSpPr>
            <p:cNvPr id="5" name="Gerader Verbinder 4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/>
            <p:cNvSpPr txBox="1"/>
            <p:nvPr userDrawn="1"/>
          </p:nvSpPr>
          <p:spPr>
            <a:xfrm>
              <a:off x="-95973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08,70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8" name="Gruppieren 7"/>
          <p:cNvGrpSpPr/>
          <p:nvPr userDrawn="1"/>
        </p:nvGrpSpPr>
        <p:grpSpPr>
          <a:xfrm>
            <a:off x="-292893" y="1131703"/>
            <a:ext cx="250031" cy="136812"/>
            <a:chOff x="-133350" y="2711163"/>
            <a:chExt cx="333375" cy="136812"/>
          </a:xfrm>
        </p:grpSpPr>
        <p:cxnSp>
          <p:nvCxnSpPr>
            <p:cNvPr id="10" name="Gerader Verbinder 9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06,00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12" name="Gruppieren 11"/>
          <p:cNvGrpSpPr/>
          <p:nvPr userDrawn="1"/>
        </p:nvGrpSpPr>
        <p:grpSpPr>
          <a:xfrm>
            <a:off x="-292893" y="1491963"/>
            <a:ext cx="250031" cy="136812"/>
            <a:chOff x="-133350" y="2711163"/>
            <a:chExt cx="333375" cy="136812"/>
          </a:xfrm>
        </p:grpSpPr>
        <p:cxnSp>
          <p:nvCxnSpPr>
            <p:cNvPr id="13" name="Gerader Verbinder 12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05,00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15" name="Gruppieren 14"/>
          <p:cNvGrpSpPr/>
          <p:nvPr userDrawn="1"/>
        </p:nvGrpSpPr>
        <p:grpSpPr>
          <a:xfrm>
            <a:off x="-292893" y="3292188"/>
            <a:ext cx="250031" cy="136812"/>
            <a:chOff x="-133350" y="2711163"/>
            <a:chExt cx="333375" cy="136812"/>
          </a:xfrm>
        </p:grpSpPr>
        <p:cxnSp>
          <p:nvCxnSpPr>
            <p:cNvPr id="16" name="Gerader Verbinder 15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18" name="Gruppieren 17"/>
          <p:cNvGrpSpPr/>
          <p:nvPr userDrawn="1"/>
        </p:nvGrpSpPr>
        <p:grpSpPr>
          <a:xfrm>
            <a:off x="-292893" y="6063963"/>
            <a:ext cx="250031" cy="136812"/>
            <a:chOff x="-133350" y="2711163"/>
            <a:chExt cx="333375" cy="136812"/>
          </a:xfrm>
        </p:grpSpPr>
        <p:cxnSp>
          <p:nvCxnSpPr>
            <p:cNvPr id="19" name="Gerader Verbinder 18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/>
            <p:cNvSpPr txBox="1"/>
            <p:nvPr userDrawn="1"/>
          </p:nvSpPr>
          <p:spPr>
            <a:xfrm>
              <a:off x="-95970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07,70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21" name="Gruppieren 20"/>
          <p:cNvGrpSpPr/>
          <p:nvPr userDrawn="1"/>
        </p:nvGrpSpPr>
        <p:grpSpPr>
          <a:xfrm>
            <a:off x="-292893" y="6495763"/>
            <a:ext cx="250031" cy="136812"/>
            <a:chOff x="-133350" y="2711163"/>
            <a:chExt cx="333375" cy="136812"/>
          </a:xfrm>
        </p:grpSpPr>
        <p:cxnSp>
          <p:nvCxnSpPr>
            <p:cNvPr id="22" name="Gerader Verbinder 21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/>
            <p:cNvSpPr txBox="1"/>
            <p:nvPr userDrawn="1"/>
          </p:nvSpPr>
          <p:spPr>
            <a:xfrm>
              <a:off x="-95969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08,90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24" name="Gruppieren 23"/>
          <p:cNvGrpSpPr/>
          <p:nvPr userDrawn="1"/>
        </p:nvGrpSpPr>
        <p:grpSpPr>
          <a:xfrm rot="16200000">
            <a:off x="169567" y="-282035"/>
            <a:ext cx="333375" cy="102606"/>
            <a:chOff x="-133350" y="2711167"/>
            <a:chExt cx="333375" cy="136808"/>
          </a:xfrm>
        </p:grpSpPr>
        <p:cxnSp>
          <p:nvCxnSpPr>
            <p:cNvPr id="25" name="Gerader Verbinder 24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/>
            <p:cNvSpPr txBox="1"/>
            <p:nvPr userDrawn="1"/>
          </p:nvSpPr>
          <p:spPr>
            <a:xfrm>
              <a:off x="-63646" y="2711167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15,50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27" name="Gruppieren 26"/>
          <p:cNvGrpSpPr/>
          <p:nvPr userDrawn="1"/>
        </p:nvGrpSpPr>
        <p:grpSpPr>
          <a:xfrm rot="16200000">
            <a:off x="4273057" y="-282036"/>
            <a:ext cx="333375" cy="102603"/>
            <a:chOff x="-133350" y="2711171"/>
            <a:chExt cx="333375" cy="136804"/>
          </a:xfrm>
        </p:grpSpPr>
        <p:cxnSp>
          <p:nvCxnSpPr>
            <p:cNvPr id="28" name="Gerader Verbinder 27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/>
            <p:cNvSpPr txBox="1"/>
            <p:nvPr userDrawn="1"/>
          </p:nvSpPr>
          <p:spPr>
            <a:xfrm>
              <a:off x="-63643" y="2711171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00,30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30" name="Gruppieren 29"/>
          <p:cNvGrpSpPr/>
          <p:nvPr userDrawn="1"/>
        </p:nvGrpSpPr>
        <p:grpSpPr>
          <a:xfrm>
            <a:off x="4652949" y="-397424"/>
            <a:ext cx="93680" cy="333375"/>
            <a:chOff x="6416679" y="-397424"/>
            <a:chExt cx="124907" cy="333375"/>
          </a:xfrm>
        </p:grpSpPr>
        <p:cxnSp>
          <p:nvCxnSpPr>
            <p:cNvPr id="31" name="Gerader Verbinder 30"/>
            <p:cNvCxnSpPr/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/>
            <p:cNvSpPr txBox="1"/>
            <p:nvPr userDrawn="1"/>
          </p:nvSpPr>
          <p:spPr>
            <a:xfrm rot="16200000">
              <a:off x="6382151" y="-293191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00,30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cxnSp>
        <p:nvCxnSpPr>
          <p:cNvPr id="33" name="Gerader Verbinder 32"/>
          <p:cNvCxnSpPr/>
          <p:nvPr userDrawn="1"/>
        </p:nvCxnSpPr>
        <p:spPr>
          <a:xfrm rot="16200000">
            <a:off x="4405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/>
          <p:cNvGrpSpPr/>
          <p:nvPr userDrawn="1"/>
        </p:nvGrpSpPr>
        <p:grpSpPr>
          <a:xfrm rot="16200000">
            <a:off x="8543829" y="-282039"/>
            <a:ext cx="333375" cy="102600"/>
            <a:chOff x="-133350" y="2711175"/>
            <a:chExt cx="333375" cy="136800"/>
          </a:xfrm>
        </p:grpSpPr>
        <p:cxnSp>
          <p:nvCxnSpPr>
            <p:cNvPr id="35" name="Gerader Verbinder 34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/>
            <p:cNvSpPr txBox="1"/>
            <p:nvPr userDrawn="1"/>
          </p:nvSpPr>
          <p:spPr>
            <a:xfrm>
              <a:off x="-63640" y="2711175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15,50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EF55-39FC-4ED4-B432-219A4AD21AFA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13" name="Titel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dirty="0"/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25" hasCustomPrompt="1"/>
          </p:nvPr>
        </p:nvSpPr>
        <p:spPr>
          <a:xfrm>
            <a:off x="388738" y="1631156"/>
            <a:ext cx="8368310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  <a:endParaRPr lang="de-DE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26" hasCustomPrompt="1"/>
          </p:nvPr>
        </p:nvSpPr>
        <p:spPr>
          <a:xfrm>
            <a:off x="388738" y="5690271"/>
            <a:ext cx="8368310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00"/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  <p:sp>
        <p:nvSpPr>
          <p:cNvPr id="9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15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17-A6AC-415A-B033-E41054861F99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8603158" y="6634667"/>
            <a:ext cx="153889" cy="92333"/>
          </a:xfrm>
        </p:spPr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dirty="0"/>
          </a:p>
        </p:txBody>
      </p:sp>
      <p:sp>
        <p:nvSpPr>
          <p:cNvPr id="14" name="Bildplatzhalter 8"/>
          <p:cNvSpPr>
            <a:spLocks noGrp="1"/>
          </p:cNvSpPr>
          <p:nvPr>
            <p:ph type="pic" sz="quarter" idx="25" hasCustomPrompt="1"/>
          </p:nvPr>
        </p:nvSpPr>
        <p:spPr>
          <a:xfrm>
            <a:off x="388738" y="1631156"/>
            <a:ext cx="4102299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  <a:endParaRPr lang="de-DE"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26" hasCustomPrompt="1"/>
          </p:nvPr>
        </p:nvSpPr>
        <p:spPr>
          <a:xfrm>
            <a:off x="388738" y="5690271"/>
            <a:ext cx="4102299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00"/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  <p:sp>
        <p:nvSpPr>
          <p:cNvPr id="16" name="Bildplatzhalter 8"/>
          <p:cNvSpPr>
            <a:spLocks noGrp="1"/>
          </p:cNvSpPr>
          <p:nvPr>
            <p:ph type="pic" sz="quarter" idx="27" hasCustomPrompt="1"/>
          </p:nvPr>
        </p:nvSpPr>
        <p:spPr>
          <a:xfrm>
            <a:off x="4654748" y="1631156"/>
            <a:ext cx="4102299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  <a:endParaRPr lang="de-DE"/>
          </a:p>
        </p:txBody>
      </p:sp>
      <p:sp>
        <p:nvSpPr>
          <p:cNvPr id="17" name="Textplatzhalter 10"/>
          <p:cNvSpPr>
            <a:spLocks noGrp="1"/>
          </p:cNvSpPr>
          <p:nvPr>
            <p:ph type="body" sz="quarter" idx="28" hasCustomPrompt="1"/>
          </p:nvPr>
        </p:nvSpPr>
        <p:spPr>
          <a:xfrm>
            <a:off x="4654748" y="5690271"/>
            <a:ext cx="4102299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00"/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18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7A79B-9881-4DED-A4BA-2C4ED50E54A4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8603158" y="6634667"/>
            <a:ext cx="153889" cy="92333"/>
          </a:xfrm>
        </p:spPr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18" name="Titel 1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dirty="0"/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5" hasCustomPrompt="1"/>
          </p:nvPr>
        </p:nvSpPr>
        <p:spPr>
          <a:xfrm>
            <a:off x="388738" y="1631156"/>
            <a:ext cx="2677319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  <a:endParaRPr lang="de-DE"/>
          </a:p>
        </p:txBody>
      </p:sp>
      <p:sp>
        <p:nvSpPr>
          <p:cNvPr id="22" name="Textplatzhalter 10"/>
          <p:cNvSpPr>
            <a:spLocks noGrp="1"/>
          </p:cNvSpPr>
          <p:nvPr>
            <p:ph type="body" sz="quarter" idx="26" hasCustomPrompt="1"/>
          </p:nvPr>
        </p:nvSpPr>
        <p:spPr>
          <a:xfrm>
            <a:off x="388738" y="5690271"/>
            <a:ext cx="2677319" cy="511084"/>
          </a:xfrm>
        </p:spPr>
        <p:txBody>
          <a:bodyPr wrap="square" rIns="180000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00"/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  <p:sp>
        <p:nvSpPr>
          <p:cNvPr id="23" name="Bildplatzhalter 8"/>
          <p:cNvSpPr>
            <a:spLocks noGrp="1"/>
          </p:cNvSpPr>
          <p:nvPr>
            <p:ph type="pic" sz="quarter" idx="27" hasCustomPrompt="1"/>
          </p:nvPr>
        </p:nvSpPr>
        <p:spPr>
          <a:xfrm>
            <a:off x="6079729" y="1631156"/>
            <a:ext cx="2677319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  <a:endParaRPr lang="de-DE"/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8" hasCustomPrompt="1"/>
          </p:nvPr>
        </p:nvSpPr>
        <p:spPr>
          <a:xfrm>
            <a:off x="6079729" y="5690271"/>
            <a:ext cx="2677319" cy="511084"/>
          </a:xfrm>
        </p:spPr>
        <p:txBody>
          <a:bodyPr wrap="square" rIns="180000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00"/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  <p:sp>
        <p:nvSpPr>
          <p:cNvPr id="25" name="Bildplatzhalter 8"/>
          <p:cNvSpPr>
            <a:spLocks noGrp="1"/>
          </p:cNvSpPr>
          <p:nvPr>
            <p:ph type="pic" sz="quarter" idx="29" hasCustomPrompt="1"/>
          </p:nvPr>
        </p:nvSpPr>
        <p:spPr>
          <a:xfrm>
            <a:off x="3234233" y="1631156"/>
            <a:ext cx="2677319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  <a:endParaRPr lang="de-DE"/>
          </a:p>
        </p:txBody>
      </p:sp>
      <p:sp>
        <p:nvSpPr>
          <p:cNvPr id="26" name="Textplatzhalt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3234233" y="5690271"/>
            <a:ext cx="2677319" cy="511084"/>
          </a:xfrm>
        </p:spPr>
        <p:txBody>
          <a:bodyPr wrap="square" rIns="180000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00"/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  <p:sp>
        <p:nvSpPr>
          <p:cNvPr id="13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15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566A2-775E-4BA9-B97B-9C858BB9422E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388738" y="1631156"/>
            <a:ext cx="8366525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  <a:endParaRPr lang="de-DE" dirty="0"/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13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9EFA-4286-46B9-B798-2EC26E89C8E0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8603158" y="6634667"/>
            <a:ext cx="153889" cy="92333"/>
          </a:xfrm>
        </p:spPr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388738" y="1631156"/>
            <a:ext cx="4102300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  <a:endParaRPr lang="de-DE" dirty="0"/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11" name="Inhaltsplatzhalter 7"/>
          <p:cNvSpPr>
            <a:spLocks noGrp="1"/>
          </p:cNvSpPr>
          <p:nvPr>
            <p:ph sz="quarter" idx="39" hasCustomPrompt="1"/>
          </p:nvPr>
        </p:nvSpPr>
        <p:spPr>
          <a:xfrm>
            <a:off x="4654748" y="1631156"/>
            <a:ext cx="4102300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  <a:endParaRPr lang="de-DE" dirty="0"/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A763-1491-4619-ABCB-5D73BAA6918F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78646" y="1631156"/>
            <a:ext cx="2678400" cy="4569620"/>
          </a:xfrm>
        </p:spPr>
        <p:txBody>
          <a:bodyPr rIns="180000"/>
          <a:lstStyle/>
          <a:p>
            <a:pPr lvl="0"/>
            <a:r>
              <a:rPr lang="de-DE" dirty="0"/>
              <a:t>Mastertextformat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dirty="0"/>
          </a:p>
        </p:txBody>
      </p:sp>
      <p:sp>
        <p:nvSpPr>
          <p:cNvPr id="9" name="Inhaltsplatzhalter 7"/>
          <p:cNvSpPr>
            <a:spLocks noGrp="1"/>
          </p:cNvSpPr>
          <p:nvPr>
            <p:ph sz="quarter" idx="16" hasCustomPrompt="1"/>
          </p:nvPr>
        </p:nvSpPr>
        <p:spPr>
          <a:xfrm>
            <a:off x="388738" y="1631157"/>
            <a:ext cx="5522814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  <a:endParaRPr lang="de-DE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Nur Titel | Bl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13C7F9-C8C5-4A2A-A55B-27C583268242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57" name="Rechteck 56"/>
          <p:cNvSpPr/>
          <p:nvPr userDrawn="1"/>
        </p:nvSpPr>
        <p:spPr>
          <a:xfrm>
            <a:off x="387900" y="6538526"/>
            <a:ext cx="8756100" cy="10800"/>
          </a:xfrm>
          <a:prstGeom prst="rect">
            <a:avLst/>
          </a:prstGeom>
          <a:solidFill>
            <a:srgbClr val="971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59" name="Rechteck 58"/>
          <p:cNvSpPr/>
          <p:nvPr userDrawn="1"/>
        </p:nvSpPr>
        <p:spPr>
          <a:xfrm>
            <a:off x="388800" y="1196733"/>
            <a:ext cx="8757047" cy="72000"/>
          </a:xfrm>
          <a:prstGeom prst="rect">
            <a:avLst/>
          </a:prstGeom>
          <a:solidFill>
            <a:srgbClr val="971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grpSp>
        <p:nvGrpSpPr>
          <p:cNvPr id="11" name="Gruppieren 10"/>
          <p:cNvGrpSpPr/>
          <p:nvPr userDrawn="1"/>
        </p:nvGrpSpPr>
        <p:grpSpPr>
          <a:xfrm>
            <a:off x="-292893" y="160153"/>
            <a:ext cx="250031" cy="136812"/>
            <a:chOff x="-133350" y="2711163"/>
            <a:chExt cx="333375" cy="136812"/>
          </a:xfrm>
        </p:grpSpPr>
        <p:cxnSp>
          <p:nvCxnSpPr>
            <p:cNvPr id="12" name="Gerader Verbinder 11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/>
            <p:cNvSpPr txBox="1"/>
            <p:nvPr userDrawn="1"/>
          </p:nvSpPr>
          <p:spPr>
            <a:xfrm>
              <a:off x="-95973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08,70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14" name="Gruppieren 13"/>
          <p:cNvGrpSpPr/>
          <p:nvPr userDrawn="1"/>
        </p:nvGrpSpPr>
        <p:grpSpPr>
          <a:xfrm>
            <a:off x="-292893" y="1131703"/>
            <a:ext cx="250031" cy="136812"/>
            <a:chOff x="-133350" y="2711163"/>
            <a:chExt cx="333375" cy="136812"/>
          </a:xfrm>
        </p:grpSpPr>
        <p:cxnSp>
          <p:nvCxnSpPr>
            <p:cNvPr id="15" name="Gerader Verbinder 14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06,00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17" name="Gruppieren 16"/>
          <p:cNvGrpSpPr/>
          <p:nvPr userDrawn="1"/>
        </p:nvGrpSpPr>
        <p:grpSpPr>
          <a:xfrm>
            <a:off x="-292893" y="1491963"/>
            <a:ext cx="250031" cy="136812"/>
            <a:chOff x="-133350" y="2711163"/>
            <a:chExt cx="333375" cy="136812"/>
          </a:xfrm>
        </p:grpSpPr>
        <p:cxnSp>
          <p:nvCxnSpPr>
            <p:cNvPr id="18" name="Gerader Verbinder 17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05,00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20" name="Gruppieren 19"/>
          <p:cNvGrpSpPr/>
          <p:nvPr userDrawn="1"/>
        </p:nvGrpSpPr>
        <p:grpSpPr>
          <a:xfrm>
            <a:off x="-292893" y="3292188"/>
            <a:ext cx="250031" cy="136812"/>
            <a:chOff x="-133350" y="2711163"/>
            <a:chExt cx="333375" cy="136812"/>
          </a:xfrm>
        </p:grpSpPr>
        <p:cxnSp>
          <p:nvCxnSpPr>
            <p:cNvPr id="21" name="Gerader Verbinder 20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23" name="Gruppieren 22"/>
          <p:cNvGrpSpPr/>
          <p:nvPr userDrawn="1"/>
        </p:nvGrpSpPr>
        <p:grpSpPr>
          <a:xfrm>
            <a:off x="-292893" y="6063963"/>
            <a:ext cx="250031" cy="136812"/>
            <a:chOff x="-133350" y="2711163"/>
            <a:chExt cx="333375" cy="136812"/>
          </a:xfrm>
        </p:grpSpPr>
        <p:cxnSp>
          <p:nvCxnSpPr>
            <p:cNvPr id="24" name="Gerader Verbinder 23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/>
            <p:cNvSpPr txBox="1"/>
            <p:nvPr userDrawn="1"/>
          </p:nvSpPr>
          <p:spPr>
            <a:xfrm>
              <a:off x="-95970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07,70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26" name="Gruppieren 25"/>
          <p:cNvGrpSpPr/>
          <p:nvPr userDrawn="1"/>
        </p:nvGrpSpPr>
        <p:grpSpPr>
          <a:xfrm>
            <a:off x="-292893" y="6495763"/>
            <a:ext cx="250031" cy="136812"/>
            <a:chOff x="-133350" y="2711163"/>
            <a:chExt cx="333375" cy="136812"/>
          </a:xfrm>
        </p:grpSpPr>
        <p:cxnSp>
          <p:nvCxnSpPr>
            <p:cNvPr id="27" name="Gerader Verbinder 26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/>
            <p:cNvSpPr txBox="1"/>
            <p:nvPr userDrawn="1"/>
          </p:nvSpPr>
          <p:spPr>
            <a:xfrm>
              <a:off x="-95969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08,90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29" name="Gruppieren 28"/>
          <p:cNvGrpSpPr/>
          <p:nvPr userDrawn="1"/>
        </p:nvGrpSpPr>
        <p:grpSpPr>
          <a:xfrm rot="16200000">
            <a:off x="169567" y="-282035"/>
            <a:ext cx="333375" cy="102606"/>
            <a:chOff x="-133350" y="2711167"/>
            <a:chExt cx="333375" cy="136808"/>
          </a:xfrm>
        </p:grpSpPr>
        <p:cxnSp>
          <p:nvCxnSpPr>
            <p:cNvPr id="30" name="Gerader Verbinder 29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/>
            <p:cNvSpPr txBox="1"/>
            <p:nvPr userDrawn="1"/>
          </p:nvSpPr>
          <p:spPr>
            <a:xfrm>
              <a:off x="-63646" y="2711167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15,50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32" name="Gruppieren 31"/>
          <p:cNvGrpSpPr/>
          <p:nvPr userDrawn="1"/>
        </p:nvGrpSpPr>
        <p:grpSpPr>
          <a:xfrm rot="16200000">
            <a:off x="4273057" y="-282036"/>
            <a:ext cx="333375" cy="102603"/>
            <a:chOff x="-133350" y="2711171"/>
            <a:chExt cx="333375" cy="136804"/>
          </a:xfrm>
        </p:grpSpPr>
        <p:cxnSp>
          <p:nvCxnSpPr>
            <p:cNvPr id="33" name="Gerader Verbinder 32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/>
            <p:cNvSpPr txBox="1"/>
            <p:nvPr userDrawn="1"/>
          </p:nvSpPr>
          <p:spPr>
            <a:xfrm>
              <a:off x="-63643" y="2711171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00,30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35" name="Gruppieren 34"/>
          <p:cNvGrpSpPr/>
          <p:nvPr userDrawn="1"/>
        </p:nvGrpSpPr>
        <p:grpSpPr>
          <a:xfrm>
            <a:off x="4652949" y="-397424"/>
            <a:ext cx="93680" cy="333375"/>
            <a:chOff x="6416679" y="-397424"/>
            <a:chExt cx="124907" cy="333375"/>
          </a:xfrm>
        </p:grpSpPr>
        <p:cxnSp>
          <p:nvCxnSpPr>
            <p:cNvPr id="36" name="Gerader Verbinder 35"/>
            <p:cNvCxnSpPr/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/>
            <p:cNvSpPr txBox="1"/>
            <p:nvPr userDrawn="1"/>
          </p:nvSpPr>
          <p:spPr>
            <a:xfrm rot="16200000">
              <a:off x="6382151" y="-293191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00,30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cxnSp>
        <p:nvCxnSpPr>
          <p:cNvPr id="38" name="Gerader Verbinder 37"/>
          <p:cNvCxnSpPr/>
          <p:nvPr userDrawn="1"/>
        </p:nvCxnSpPr>
        <p:spPr>
          <a:xfrm rot="16200000">
            <a:off x="4405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/>
          <p:cNvGrpSpPr/>
          <p:nvPr userDrawn="1"/>
        </p:nvGrpSpPr>
        <p:grpSpPr>
          <a:xfrm rot="16200000">
            <a:off x="8543829" y="-282039"/>
            <a:ext cx="333375" cy="102600"/>
            <a:chOff x="-133350" y="2711175"/>
            <a:chExt cx="333375" cy="136800"/>
          </a:xfrm>
        </p:grpSpPr>
        <p:cxnSp>
          <p:nvCxnSpPr>
            <p:cNvPr id="40" name="Gerader Verbinder 39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/>
            <p:cNvSpPr txBox="1"/>
            <p:nvPr userDrawn="1"/>
          </p:nvSpPr>
          <p:spPr>
            <a:xfrm>
              <a:off x="-63640" y="2711175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15,50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sp>
        <p:nvSpPr>
          <p:cNvPr id="45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  <p:sp>
        <p:nvSpPr>
          <p:cNvPr id="42" name="Freihandform: Form 43"/>
          <p:cNvSpPr>
            <a:spLocks noChangeAspect="1"/>
          </p:cNvSpPr>
          <p:nvPr userDrawn="1"/>
        </p:nvSpPr>
        <p:spPr>
          <a:xfrm>
            <a:off x="7673724" y="296770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BF3D7-A87E-479D-96BE-7C3C5BEC046C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7930836" y="6634667"/>
            <a:ext cx="519373" cy="107722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ABE08A9-3202-47DC-83C7-EDE26E81ADA1}" type="datetime4">
              <a:rPr lang="de-DE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388738" y="1631156"/>
            <a:ext cx="8368310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5000" tIns="135000" rIns="135000" bIns="135000" rtlCol="0" anchor="ctr"/>
          <a:lstStyle/>
          <a:p>
            <a:pPr marL="0" marR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90204" pitchFamily="34" charset="0"/>
              <a:buNone/>
            </a:pP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24" hasCustomPrompt="1"/>
          </p:nvPr>
        </p:nvSpPr>
        <p:spPr>
          <a:xfrm>
            <a:off x="1872893" y="2835964"/>
            <a:ext cx="5400000" cy="2160000"/>
          </a:xfrm>
        </p:spPr>
        <p:txBody>
          <a:bodyPr rIns="0" anchor="ctr" anchorCtr="0">
            <a:normAutofit/>
          </a:bodyPr>
          <a:lstStyle>
            <a:lvl1pPr algn="ctr">
              <a:defRPr sz="1600" i="1">
                <a:solidFill>
                  <a:srgbClr val="041E4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  <a:endParaRPr lang="de-DE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38" hasCustomPrompt="1"/>
          </p:nvPr>
        </p:nvSpPr>
        <p:spPr>
          <a:xfrm>
            <a:off x="6328017" y="301186"/>
            <a:ext cx="810000" cy="386413"/>
          </a:xfrm>
        </p:spPr>
        <p:txBody>
          <a:bodyPr rIns="0" anchor="ctr" anchorCtr="0">
            <a:normAutofit/>
          </a:bodyPr>
          <a:lstStyle>
            <a:lvl1pPr algn="ctr">
              <a:defRPr sz="6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  <a:endParaRPr lang="de-DE" dirty="0"/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37" hasCustomPrompt="1"/>
          </p:nvPr>
        </p:nvSpPr>
        <p:spPr>
          <a:xfrm>
            <a:off x="388738" y="611950"/>
            <a:ext cx="5133289" cy="218586"/>
          </a:xfrm>
        </p:spPr>
        <p:txBody>
          <a:bodyPr wrap="square">
            <a:spAutoFit/>
          </a:bodyPr>
          <a:lstStyle>
            <a:lvl1pPr>
              <a:defRPr sz="1400">
                <a:solidFill>
                  <a:srgbClr val="041E42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6"/>
            <a:ext cx="9144000" cy="5229225"/>
          </a:xfrm>
          <a:gradFill>
            <a:gsLst>
              <a:gs pos="50000">
                <a:schemeClr val="bg2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3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  <a:endParaRPr lang="de-DE" dirty="0"/>
          </a:p>
        </p:txBody>
      </p:sp>
      <p:sp>
        <p:nvSpPr>
          <p:cNvPr id="59" name="Bildplatzhalter 60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9144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  <a:endParaRPr lang="de-DE" dirty="0"/>
          </a:p>
        </p:txBody>
      </p:sp>
      <p:sp>
        <p:nvSpPr>
          <p:cNvPr id="60" name="Rechteck 59"/>
          <p:cNvSpPr/>
          <p:nvPr userDrawn="1"/>
        </p:nvSpPr>
        <p:spPr>
          <a:xfrm>
            <a:off x="388800" y="1196733"/>
            <a:ext cx="8757047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114" name="Textplatzhalter 64"/>
          <p:cNvSpPr>
            <a:spLocks noGrp="1"/>
          </p:cNvSpPr>
          <p:nvPr>
            <p:ph type="body" sz="quarter" idx="13" hasCustomPrompt="1"/>
          </p:nvPr>
        </p:nvSpPr>
        <p:spPr>
          <a:xfrm>
            <a:off x="388738" y="2843231"/>
            <a:ext cx="8368309" cy="1171539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36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  <a:endParaRPr lang="de-DE" dirty="0"/>
          </a:p>
        </p:txBody>
      </p:sp>
      <p:grpSp>
        <p:nvGrpSpPr>
          <p:cNvPr id="56" name="Gruppieren 55"/>
          <p:cNvGrpSpPr/>
          <p:nvPr userDrawn="1"/>
        </p:nvGrpSpPr>
        <p:grpSpPr>
          <a:xfrm>
            <a:off x="-292893" y="160153"/>
            <a:ext cx="250031" cy="136812"/>
            <a:chOff x="-133350" y="2711163"/>
            <a:chExt cx="333375" cy="136812"/>
          </a:xfrm>
        </p:grpSpPr>
        <p:cxnSp>
          <p:nvCxnSpPr>
            <p:cNvPr id="62" name="Gerader Verbinder 61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/>
            <p:cNvSpPr txBox="1"/>
            <p:nvPr userDrawn="1"/>
          </p:nvSpPr>
          <p:spPr>
            <a:xfrm>
              <a:off x="-95973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08,70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64" name="Gruppieren 63"/>
          <p:cNvGrpSpPr/>
          <p:nvPr userDrawn="1"/>
        </p:nvGrpSpPr>
        <p:grpSpPr>
          <a:xfrm>
            <a:off x="-292893" y="1131703"/>
            <a:ext cx="250031" cy="136812"/>
            <a:chOff x="-133350" y="2711163"/>
            <a:chExt cx="333375" cy="136812"/>
          </a:xfrm>
        </p:grpSpPr>
        <p:cxnSp>
          <p:nvCxnSpPr>
            <p:cNvPr id="66" name="Gerader Verbinder 65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06,00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68" name="Gruppieren 67"/>
          <p:cNvGrpSpPr/>
          <p:nvPr userDrawn="1"/>
        </p:nvGrpSpPr>
        <p:grpSpPr>
          <a:xfrm>
            <a:off x="-292893" y="1491963"/>
            <a:ext cx="250031" cy="136812"/>
            <a:chOff x="-133350" y="2711163"/>
            <a:chExt cx="333375" cy="136812"/>
          </a:xfrm>
        </p:grpSpPr>
        <p:cxnSp>
          <p:nvCxnSpPr>
            <p:cNvPr id="69" name="Gerader Verbinder 68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05,00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71" name="Gruppieren 70"/>
          <p:cNvGrpSpPr/>
          <p:nvPr userDrawn="1"/>
        </p:nvGrpSpPr>
        <p:grpSpPr>
          <a:xfrm>
            <a:off x="-292893" y="3292188"/>
            <a:ext cx="250031" cy="136812"/>
            <a:chOff x="-133350" y="2711163"/>
            <a:chExt cx="333375" cy="136812"/>
          </a:xfrm>
        </p:grpSpPr>
        <p:cxnSp>
          <p:nvCxnSpPr>
            <p:cNvPr id="72" name="Gerader Verbinder 71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74" name="Gruppieren 73"/>
          <p:cNvGrpSpPr/>
          <p:nvPr userDrawn="1"/>
        </p:nvGrpSpPr>
        <p:grpSpPr>
          <a:xfrm>
            <a:off x="-292893" y="6063963"/>
            <a:ext cx="250031" cy="136812"/>
            <a:chOff x="-133350" y="2711163"/>
            <a:chExt cx="333375" cy="136812"/>
          </a:xfrm>
        </p:grpSpPr>
        <p:cxnSp>
          <p:nvCxnSpPr>
            <p:cNvPr id="75" name="Gerader Verbinder 74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/>
            <p:cNvSpPr txBox="1"/>
            <p:nvPr userDrawn="1"/>
          </p:nvSpPr>
          <p:spPr>
            <a:xfrm>
              <a:off x="-95970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07,70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77" name="Gruppieren 76"/>
          <p:cNvGrpSpPr/>
          <p:nvPr userDrawn="1"/>
        </p:nvGrpSpPr>
        <p:grpSpPr>
          <a:xfrm>
            <a:off x="-292893" y="6495763"/>
            <a:ext cx="250031" cy="136812"/>
            <a:chOff x="-133350" y="2711163"/>
            <a:chExt cx="333375" cy="136812"/>
          </a:xfrm>
        </p:grpSpPr>
        <p:cxnSp>
          <p:nvCxnSpPr>
            <p:cNvPr id="78" name="Gerader Verbinder 77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/>
            <p:cNvSpPr txBox="1"/>
            <p:nvPr userDrawn="1"/>
          </p:nvSpPr>
          <p:spPr>
            <a:xfrm>
              <a:off x="-95969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08,90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80" name="Gruppieren 79"/>
          <p:cNvGrpSpPr/>
          <p:nvPr userDrawn="1"/>
        </p:nvGrpSpPr>
        <p:grpSpPr>
          <a:xfrm rot="16200000">
            <a:off x="169567" y="-282035"/>
            <a:ext cx="333375" cy="102606"/>
            <a:chOff x="-133350" y="2711167"/>
            <a:chExt cx="333375" cy="136808"/>
          </a:xfrm>
        </p:grpSpPr>
        <p:cxnSp>
          <p:nvCxnSpPr>
            <p:cNvPr id="81" name="Gerader Verbinder 80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/>
            <p:cNvSpPr txBox="1"/>
            <p:nvPr userDrawn="1"/>
          </p:nvSpPr>
          <p:spPr>
            <a:xfrm>
              <a:off x="-63646" y="2711167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15,50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83" name="Gruppieren 82"/>
          <p:cNvGrpSpPr/>
          <p:nvPr userDrawn="1"/>
        </p:nvGrpSpPr>
        <p:grpSpPr>
          <a:xfrm rot="16200000">
            <a:off x="4273057" y="-282036"/>
            <a:ext cx="333375" cy="102603"/>
            <a:chOff x="-133350" y="2711171"/>
            <a:chExt cx="333375" cy="136804"/>
          </a:xfrm>
        </p:grpSpPr>
        <p:cxnSp>
          <p:nvCxnSpPr>
            <p:cNvPr id="84" name="Gerader Verbinder 83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/>
            <p:cNvSpPr txBox="1"/>
            <p:nvPr userDrawn="1"/>
          </p:nvSpPr>
          <p:spPr>
            <a:xfrm>
              <a:off x="-63643" y="2711171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00,30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86" name="Gruppieren 85"/>
          <p:cNvGrpSpPr/>
          <p:nvPr userDrawn="1"/>
        </p:nvGrpSpPr>
        <p:grpSpPr>
          <a:xfrm>
            <a:off x="4652949" y="-397424"/>
            <a:ext cx="93680" cy="333375"/>
            <a:chOff x="6416679" y="-397424"/>
            <a:chExt cx="124907" cy="333375"/>
          </a:xfrm>
        </p:grpSpPr>
        <p:cxnSp>
          <p:nvCxnSpPr>
            <p:cNvPr id="87" name="Gerader Verbinder 86"/>
            <p:cNvCxnSpPr/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/>
            <p:cNvSpPr txBox="1"/>
            <p:nvPr userDrawn="1"/>
          </p:nvSpPr>
          <p:spPr>
            <a:xfrm rot="16200000">
              <a:off x="6382151" y="-293191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00,30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cxnSp>
        <p:nvCxnSpPr>
          <p:cNvPr id="89" name="Gerader Verbinder 88"/>
          <p:cNvCxnSpPr/>
          <p:nvPr userDrawn="1"/>
        </p:nvCxnSpPr>
        <p:spPr>
          <a:xfrm rot="16200000">
            <a:off x="4405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/>
          <p:cNvGrpSpPr/>
          <p:nvPr userDrawn="1"/>
        </p:nvGrpSpPr>
        <p:grpSpPr>
          <a:xfrm rot="16200000">
            <a:off x="8543829" y="-282039"/>
            <a:ext cx="333375" cy="102600"/>
            <a:chOff x="-133350" y="2711175"/>
            <a:chExt cx="333375" cy="136800"/>
          </a:xfrm>
        </p:grpSpPr>
        <p:cxnSp>
          <p:nvCxnSpPr>
            <p:cNvPr id="91" name="Gerader Verbinder 90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/>
            <p:cNvSpPr txBox="1"/>
            <p:nvPr userDrawn="1"/>
          </p:nvSpPr>
          <p:spPr>
            <a:xfrm>
              <a:off x="-63640" y="2711175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15,50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sp>
        <p:nvSpPr>
          <p:cNvPr id="93" name="Freihandform: Form 92"/>
          <p:cNvSpPr/>
          <p:nvPr userDrawn="1"/>
        </p:nvSpPr>
        <p:spPr>
          <a:xfrm>
            <a:off x="7352747" y="300703"/>
            <a:ext cx="1403903" cy="535987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99" name="Grafik 3"/>
          <p:cNvGrpSpPr/>
          <p:nvPr userDrawn="1"/>
        </p:nvGrpSpPr>
        <p:grpSpPr>
          <a:xfrm>
            <a:off x="387350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100" name="Freihandform: Form 201"/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202"/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203"/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204"/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205"/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206"/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207"/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208"/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209"/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210"/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211"/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212"/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213"/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214"/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215"/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216"/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217"/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218"/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219"/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220"/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221"/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222"/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223"/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224"/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225"/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226"/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227"/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228"/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229"/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230"/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231"/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232"/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233"/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234"/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235"/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236"/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237"/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238"/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239"/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240"/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241"/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242"/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243"/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44"/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45"/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46"/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47"/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48"/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49"/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50"/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51"/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52"/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53"/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54"/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55"/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56"/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57"/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58"/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59"/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60"/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88739" y="301186"/>
            <a:ext cx="5133289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8739" y="1631156"/>
            <a:ext cx="8368308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  <a:p>
            <a:pPr lvl="5"/>
            <a:r>
              <a:rPr lang="de-DE" dirty="0"/>
              <a:t>Sechste Ebene</a:t>
            </a:r>
            <a:endParaRPr lang="de-DE" dirty="0"/>
          </a:p>
          <a:p>
            <a:pPr lvl="6"/>
            <a:r>
              <a:rPr lang="de-DE" dirty="0"/>
              <a:t>Siebte Ebene</a:t>
            </a:r>
            <a:endParaRPr lang="de-DE" dirty="0"/>
          </a:p>
          <a:p>
            <a:pPr lvl="7"/>
            <a:r>
              <a:rPr lang="de-DE" dirty="0"/>
              <a:t>Achte Ebene</a:t>
            </a:r>
            <a:endParaRPr lang="de-DE" dirty="0"/>
          </a:p>
          <a:p>
            <a:pPr lvl="8"/>
            <a:r>
              <a:rPr lang="de-DE" dirty="0"/>
              <a:t>Neunte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800992" y="6634667"/>
            <a:ext cx="649217" cy="107722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899ADC6-29D5-4134-ABED-436D87FF6E8A}" type="datetime4">
              <a:rPr lang="de-DE" smtClean="0"/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88739" y="6634667"/>
            <a:ext cx="4102299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Fachbereich Rechtswissenschaft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75907" y="6634667"/>
            <a:ext cx="181140" cy="107722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388800" y="1196733"/>
            <a:ext cx="8757047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9" name="Rechteck 8"/>
          <p:cNvSpPr/>
          <p:nvPr userDrawn="1"/>
        </p:nvSpPr>
        <p:spPr>
          <a:xfrm>
            <a:off x="387900" y="6538526"/>
            <a:ext cx="87561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grpSp>
        <p:nvGrpSpPr>
          <p:cNvPr id="13" name="Gruppieren 12"/>
          <p:cNvGrpSpPr/>
          <p:nvPr userDrawn="1"/>
        </p:nvGrpSpPr>
        <p:grpSpPr>
          <a:xfrm>
            <a:off x="-292893" y="160153"/>
            <a:ext cx="250031" cy="136812"/>
            <a:chOff x="-133350" y="2711163"/>
            <a:chExt cx="333375" cy="136812"/>
          </a:xfrm>
        </p:grpSpPr>
        <p:cxnSp>
          <p:nvCxnSpPr>
            <p:cNvPr id="10" name="Gerader Verbinder 9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/>
            <p:cNvSpPr txBox="1"/>
            <p:nvPr userDrawn="1"/>
          </p:nvSpPr>
          <p:spPr>
            <a:xfrm>
              <a:off x="-95973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08,70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15" name="Gruppieren 14"/>
          <p:cNvGrpSpPr/>
          <p:nvPr userDrawn="1"/>
        </p:nvGrpSpPr>
        <p:grpSpPr>
          <a:xfrm>
            <a:off x="-292893" y="1131703"/>
            <a:ext cx="250031" cy="136812"/>
            <a:chOff x="-133350" y="2711163"/>
            <a:chExt cx="333375" cy="136812"/>
          </a:xfrm>
        </p:grpSpPr>
        <p:cxnSp>
          <p:nvCxnSpPr>
            <p:cNvPr id="16" name="Gerader Verbinder 15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06,00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18" name="Gruppieren 17"/>
          <p:cNvGrpSpPr/>
          <p:nvPr userDrawn="1"/>
        </p:nvGrpSpPr>
        <p:grpSpPr>
          <a:xfrm>
            <a:off x="-292893" y="1491963"/>
            <a:ext cx="250031" cy="136812"/>
            <a:chOff x="-133350" y="2711163"/>
            <a:chExt cx="333375" cy="136812"/>
          </a:xfrm>
        </p:grpSpPr>
        <p:cxnSp>
          <p:nvCxnSpPr>
            <p:cNvPr id="19" name="Gerader Verbinder 18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05,00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21" name="Gruppieren 20"/>
          <p:cNvGrpSpPr/>
          <p:nvPr userDrawn="1"/>
        </p:nvGrpSpPr>
        <p:grpSpPr>
          <a:xfrm>
            <a:off x="-292893" y="3292188"/>
            <a:ext cx="250031" cy="136812"/>
            <a:chOff x="-133350" y="2711163"/>
            <a:chExt cx="333375" cy="136812"/>
          </a:xfrm>
        </p:grpSpPr>
        <p:cxnSp>
          <p:nvCxnSpPr>
            <p:cNvPr id="22" name="Gerader Verbinder 21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/>
            <p:cNvSpPr txBox="1"/>
            <p:nvPr userDrawn="1"/>
          </p:nvSpPr>
          <p:spPr>
            <a:xfrm>
              <a:off x="-95971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00,00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24" name="Gruppieren 23"/>
          <p:cNvGrpSpPr/>
          <p:nvPr userDrawn="1"/>
        </p:nvGrpSpPr>
        <p:grpSpPr>
          <a:xfrm>
            <a:off x="-292893" y="6063963"/>
            <a:ext cx="250031" cy="136812"/>
            <a:chOff x="-133350" y="2711163"/>
            <a:chExt cx="333375" cy="136812"/>
          </a:xfrm>
        </p:grpSpPr>
        <p:cxnSp>
          <p:nvCxnSpPr>
            <p:cNvPr id="25" name="Gerader Verbinder 24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/>
            <p:cNvSpPr txBox="1"/>
            <p:nvPr userDrawn="1"/>
          </p:nvSpPr>
          <p:spPr>
            <a:xfrm>
              <a:off x="-95970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07,70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27" name="Gruppieren 26"/>
          <p:cNvGrpSpPr/>
          <p:nvPr userDrawn="1"/>
        </p:nvGrpSpPr>
        <p:grpSpPr>
          <a:xfrm>
            <a:off x="-292893" y="6495763"/>
            <a:ext cx="250031" cy="136812"/>
            <a:chOff x="-133350" y="2711163"/>
            <a:chExt cx="333375" cy="136812"/>
          </a:xfrm>
        </p:grpSpPr>
        <p:cxnSp>
          <p:nvCxnSpPr>
            <p:cNvPr id="28" name="Gerader Verbinder 27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/>
            <p:cNvSpPr txBox="1"/>
            <p:nvPr userDrawn="1"/>
          </p:nvSpPr>
          <p:spPr>
            <a:xfrm>
              <a:off x="-95969" y="2711163"/>
              <a:ext cx="258619" cy="93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08,90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30" name="Gruppieren 29"/>
          <p:cNvGrpSpPr/>
          <p:nvPr userDrawn="1"/>
        </p:nvGrpSpPr>
        <p:grpSpPr>
          <a:xfrm rot="16200000">
            <a:off x="169567" y="-282035"/>
            <a:ext cx="333375" cy="102606"/>
            <a:chOff x="-133350" y="2711167"/>
            <a:chExt cx="333375" cy="136808"/>
          </a:xfrm>
        </p:grpSpPr>
        <p:cxnSp>
          <p:nvCxnSpPr>
            <p:cNvPr id="31" name="Gerader Verbinder 30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/>
            <p:cNvSpPr txBox="1"/>
            <p:nvPr userDrawn="1"/>
          </p:nvSpPr>
          <p:spPr>
            <a:xfrm>
              <a:off x="-63646" y="2711167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15,50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33" name="Gruppieren 32"/>
          <p:cNvGrpSpPr/>
          <p:nvPr userDrawn="1"/>
        </p:nvGrpSpPr>
        <p:grpSpPr>
          <a:xfrm rot="16200000">
            <a:off x="4273057" y="-282036"/>
            <a:ext cx="333375" cy="102603"/>
            <a:chOff x="-133350" y="2711171"/>
            <a:chExt cx="333375" cy="136804"/>
          </a:xfrm>
        </p:grpSpPr>
        <p:cxnSp>
          <p:nvCxnSpPr>
            <p:cNvPr id="34" name="Gerader Verbinder 33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/>
            <p:cNvSpPr txBox="1"/>
            <p:nvPr userDrawn="1"/>
          </p:nvSpPr>
          <p:spPr>
            <a:xfrm>
              <a:off x="-63643" y="2711171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00,30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14" name="Gruppieren 13"/>
          <p:cNvGrpSpPr/>
          <p:nvPr userDrawn="1"/>
        </p:nvGrpSpPr>
        <p:grpSpPr>
          <a:xfrm>
            <a:off x="4652949" y="-397424"/>
            <a:ext cx="93680" cy="333375"/>
            <a:chOff x="6416679" y="-397424"/>
            <a:chExt cx="124907" cy="333375"/>
          </a:xfrm>
        </p:grpSpPr>
        <p:cxnSp>
          <p:nvCxnSpPr>
            <p:cNvPr id="37" name="Gerader Verbinder 36"/>
            <p:cNvCxnSpPr/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/>
            <p:cNvSpPr txBox="1"/>
            <p:nvPr userDrawn="1"/>
          </p:nvSpPr>
          <p:spPr>
            <a:xfrm rot="16200000">
              <a:off x="6382151" y="-293191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00,30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cxnSp>
        <p:nvCxnSpPr>
          <p:cNvPr id="40" name="Gerader Verbinder 39"/>
          <p:cNvCxnSpPr/>
          <p:nvPr userDrawn="1"/>
        </p:nvCxnSpPr>
        <p:spPr>
          <a:xfrm rot="16200000">
            <a:off x="4405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/>
          <p:cNvGrpSpPr/>
          <p:nvPr userDrawn="1"/>
        </p:nvGrpSpPr>
        <p:grpSpPr>
          <a:xfrm rot="16200000">
            <a:off x="8543829" y="-282039"/>
            <a:ext cx="333375" cy="102600"/>
            <a:chOff x="-133350" y="2711175"/>
            <a:chExt cx="333375" cy="136800"/>
          </a:xfrm>
        </p:grpSpPr>
        <p:cxnSp>
          <p:nvCxnSpPr>
            <p:cNvPr id="42" name="Gerader Verbinder 41"/>
            <p:cNvCxnSpPr/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/>
            <p:cNvSpPr txBox="1"/>
            <p:nvPr userDrawn="1"/>
          </p:nvSpPr>
          <p:spPr>
            <a:xfrm>
              <a:off x="-63640" y="2711175"/>
              <a:ext cx="193964" cy="12490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6858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 typeface="Arial" panose="020B0604020202090204" pitchFamily="34" charset="0"/>
                <a:buNone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15,50</a:t>
              </a:r>
              <a:endPara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sp>
        <p:nvSpPr>
          <p:cNvPr id="44" name="Freihandform: Form 43"/>
          <p:cNvSpPr>
            <a:spLocks noChangeAspect="1"/>
          </p:cNvSpPr>
          <p:nvPr userDrawn="1"/>
        </p:nvSpPr>
        <p:spPr>
          <a:xfrm>
            <a:off x="7673724" y="296770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rgbClr val="041E4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9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79705" indent="-179705" algn="l" defTabSz="6858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179705" algn="l" defTabSz="6858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4"/>
        </a:buClr>
        <a:buFont typeface="Symbol" panose="05050102010706020507" pitchFamily="18" charset="2"/>
        <a:buChar char="-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9705" algn="l" defTabSz="6858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4"/>
        </a:buClr>
        <a:buFont typeface="Symbol" panose="05050102010706020507" pitchFamily="18" charset="2"/>
        <a:buChar char="-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" indent="-179705" algn="l" defTabSz="6858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4"/>
        </a:buClr>
        <a:buFont typeface="Symbol" panose="05050102010706020507" pitchFamily="18" charset="2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899795" indent="-179705" algn="l" defTabSz="6858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4"/>
        </a:buClr>
        <a:buFont typeface="Symbol" panose="05050102010706020507" pitchFamily="18" charset="2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135" indent="-179705" algn="l" defTabSz="6858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4"/>
        </a:buClr>
        <a:buFont typeface="Symbol" panose="05050102010706020507" pitchFamily="18" charset="2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59840" indent="-179705" algn="l" defTabSz="6858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4"/>
        </a:buClr>
        <a:buFont typeface="Symbol" panose="05050102010706020507" pitchFamily="18" charset="2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180" indent="-179705" algn="l" defTabSz="6858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4"/>
        </a:buClr>
        <a:buFont typeface="Symbol" panose="05050102010706020507" pitchFamily="18" charset="2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Welche Funktionen wurden umgesetzt?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  <p:txBody>
          <a:bodyPr/>
          <a:p>
            <a:r>
              <a:t>Welche Funktionen wurden umgesetzt?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LexCortex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Dashboard – Übersicht &amp; Kennzahlen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Fallverwaltung &amp; Phasen-Timeline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Automatische Fristberechnung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Kalender &amp; Tagesübersicht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Aufgaben – Inline-Bearbeitung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JavaScript &amp; jQuery im Einsatz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– Übersicht &amp; Kennzahlen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02F5D"/>
                </a:solidFill>
              </a:defRPr>
            </a:pPr>
            <a:r>
              <a:t>📊 Vier Metriken auf der Startseite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Aktive Fälle: Anzahl der laufenden Verfahren — direkt aus der Datenbank abgefragt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Fristen diese Woche: Deadlines der nächsten 7 Tage im Überblick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Überfällige Fristen: Verpasste Deadlines werden rot hervorgehoben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Abgeschlossene Fälle: Erledigte Verfahren im aktuellen Quartal</a:t>
            </a:r>
          </a:p>
          <a:p>
            <a:pPr>
              <a:spcAft>
                <a:spcPts val="0"/>
              </a:spcAft>
              <a:defRPr sz="1000"/>
            </a:pPr>
          </a:p>
          <a:p>
            <a:pPr>
              <a:spcAft>
                <a:spcPts val="600"/>
              </a:spcAft>
              <a:defRPr sz="2400" b="1">
                <a:solidFill>
                  <a:srgbClr val="002F5D"/>
                </a:solidFill>
              </a:defRPr>
            </a:pPr>
            <a:r>
              <a:t>📋 Cases-Tabelle mit Filterfunktion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Phasen-Dropdown: Filtert die Tabelle nach der aktiven Verfahrensphase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Farbige Status-Punkte: Rot = überfällig, Orange = ≤ 7 Tage, Grün = in Ordnung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Frist-Badges: Jedem Fall wird der aktuelle Fristtyp angezeigt (Notfrist, Gerichtsfrist, etc.)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📸 Dashboard – Live-Ansicht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pic>
        <p:nvPicPr>
          <p:cNvPr id="5" name="Picture 4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– PHP/MySQL Metriken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083296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2F5D"/>
                </a:solidFill>
              </a:defRPr>
            </a:pPr>
            <a:r>
              <a:t>SQL-Abfragen für die 4 Kennzahlen  [1/2]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&lt;?php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═══ Metriken: 4 SQL-Abfragen ═══════════════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$aktive = $db-&gt;query(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"SELECT COUNT(*) FROM cases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WHERE status = 'aktiv'")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    -&gt;fetchColumn();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$diese_woche = $db-&gt;query(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"SELECT COUNT(*) FROM deadlines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WHERE deadline_date BETWEEN CURDATE()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AND DATE_ADD(CURDATE(), INTERVAL 7 DAY)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AND erledigt = 0")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    -&gt;fetchColumn();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$ueberfaellig = $db-&gt;query(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"SELECT COUNT(*) FROM deadlines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WHERE deadline_date &lt; CURDATE()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AND erledigt = 0")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    -&gt;fetchColumn();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$abgeschl = $db-&gt;query(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"SELECT COUNT(*) FROM cases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WHERE status = 'abgeschlossen'")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    -&gt;fetchColumn();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– Cases &amp; Frist-Badges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083296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2F5D"/>
                </a:solidFill>
              </a:defRPr>
            </a:pPr>
            <a:r>
              <a:t>JOIN + Fristtyp-Mapping  [2/2]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═══ Cases mit aktiver Phase (JOIN) ═════════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$cases = $db-&gt;query("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SELECT c.*, p.title AS phase_title,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   p.frist_type, p.status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FROM cases c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LEFT JOIN phases p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ON p.case_id = c.id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AND p.status = 'active'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WHERE c.status = 'aktiv'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ORDER BY c.created_at DESC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")-&gt;fetchAll();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═══ Frist-Badge Mapping ═══════════════════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function fristBadge($fristType, $status) {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$map = [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'notfrist'      =&gt; ['badge-notfrist',     'Notfrist'],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'gerichtsfrist' =&gt; ['badge-gerichtsfrist','Gerichtsfrist'],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'termin'        =&gt; ['badge-termin',       'Termin'],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'urteil'        =&gt; ['badge-urteil',       'Urteil'],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];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    return "&lt;span class='badge {$cls}'&gt;$label&lt;/span&gt;";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Fallverwaltung &amp; Phasen-Timeline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02F5D"/>
                </a:solidFill>
              </a:defRPr>
            </a:pPr>
            <a:r>
              <a:t>⚖️ Zehn Verfahrensphasen eines Zivilprozesses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Vorkonfigurierte Reihenfolge: Mahnung → Klageerhebung → Zustellung → Verteidigungsanzeige → Klageerwiderung → Replik → Güteverhandlung → Mündliche Verhandlung → Urteil → Rechtskraft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Fortschrittsbalken: Zeigt an, wie viele der zehn Phasen bereits abgeschlossen sind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Phase abschließen: Nach Eingabe eines Datums wird die nächste Phase automatisch aktiviert</a:t>
            </a:r>
          </a:p>
          <a:p>
            <a:pPr>
              <a:spcAft>
                <a:spcPts val="0"/>
              </a:spcAft>
              <a:defRPr sz="1000"/>
            </a:pPr>
          </a:p>
          <a:p>
            <a:pPr>
              <a:spcAft>
                <a:spcPts val="600"/>
              </a:spcAft>
              <a:defRPr sz="2400" b="1">
                <a:solidFill>
                  <a:srgbClr val="002F5D"/>
                </a:solidFill>
              </a:defRPr>
            </a:pPr>
            <a:r>
              <a:t>📝 Weitere Funktionen der Timeline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Phase zurücknehmen: Letzte abgeschlossene Phase kann per Klick rückgängig gemacht werden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Datum bearbeiten: Phasen-Datum direkt in der Timeline per Klick änderbar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jQuery slideToggle: Auf- und Zuklappen der Phasen mit Animation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📸 Phasen-Timeline – Live-Ansicht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pic>
        <p:nvPicPr>
          <p:cNvPr id="5" name="Picture 4" descr="03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abschließen – AJAX &amp; PHP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083296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2F5D"/>
                </a:solidFill>
              </a:defRPr>
            </a:pPr>
            <a:r>
              <a:t>complete_phase.php (vereinfacht)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═══ AJAX: Phase abschließen ═══════════════════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$phaseTitle = $_POST['phase_title'] ?? '';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1. Phase als done markieren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$db-&gt;prepare("UPDATE phases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SET status = 'done', phase_date = ?,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completed_at = NOW() WHERE id = ?")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    -&gt;execute([$date, $phaseId]);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2. Nächste pending → active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$next = $db-&gt;prepare("SELECT id FROM phases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WHERE case_id = ? AND status = 'pending'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ORDER BY id ASC LIMIT 1")-&gt;execute([$caseId]);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$nextPhase = $next-&gt;fetch();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if ($nextPhase) {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$db-&gt;prepare("UPDATE phases SET status = 'active'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WHERE id = ?")-&gt;execute([$nextPhase["id"]]);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3. Automatische Fristberechnung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if ($phaseTitle === "Zustellung") {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$frist = (new DateTime($date))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-&gt;modify('+14 days')-&gt;format('Y-m-d');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   // Deadline + Phase-Datum setzen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$db-&gt;prepare("INSERT INTO deadlines ...")-&gt;execute(...);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Automatische Fristberechnung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02F5D"/>
                </a:solidFill>
              </a:defRPr>
            </a:pPr>
            <a:r>
              <a:t>⚡ Zustellungsdatum → +14 Tage Notfrist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§ 276 ZPO: Nach Zustellung der Klage muss der Beklagte innerhalb von 14 Tagen seine Verteidigungsbereitschaft anzeigen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Automatische Berechnung: Wird beim Anlegen eines Falls ein Zustellungsdatum eingegeben, berechnet das System das Fristdatum und legt einen entsprechenden Deadline-Eintrag an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Live-Vorschau im Formular: JavaScript-Funktion calcDeadlinePreview() zeigt das berechnete Datum sofort an</a:t>
            </a:r>
          </a:p>
          <a:p>
            <a:pPr>
              <a:spcAft>
                <a:spcPts val="0"/>
              </a:spcAft>
              <a:defRPr sz="1000"/>
            </a:pPr>
          </a:p>
          <a:p>
            <a:pPr>
              <a:spcAft>
                <a:spcPts val="600"/>
              </a:spcAft>
              <a:defRPr sz="2400" b="1">
                <a:solidFill>
                  <a:srgbClr val="002F5D"/>
                </a:solidFill>
              </a:defRPr>
            </a:pPr>
            <a:r>
              <a:t>🏛️ Urteil → +30 Tage Berufungsfrist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Automatische Deadline: Wird die Phase "Urteil" abgeschlossen, wird automatisch eine Berufungsfrist von 30 Tagen eingetragen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Fristtyp: In beiden Fällen wird die Frist als "Notfrist" klassifiziert und im Kalender rot markiert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📸 Fall anlegen – Live-Ansicht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pic>
        <p:nvPicPr>
          <p:cNvPr id="5" name="Picture 4" descr="02-neuer-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Fristberechnung – PHP Backend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083296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2F5D"/>
                </a:solidFill>
              </a:defRPr>
            </a:pPr>
            <a:r>
              <a:t>add_case.php: Phasen + Auto-Frist  [1/2]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═══ 10 Phasen der Zahlungsklage ═══════════════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$phasen = [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['Vorgerichtliche Mahnung',    null,            null],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['Klageerhebung',              null,            null],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['Zustellung',                 \$zustellungDatum,'schluessel'],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['Verteidigungsanzeige',       null,            'notfrist'],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['Klageerwiderung',            null,            'gerichtsfrist'],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   // ... Replik, Güteverhandlung, Mündl. Verh.,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['Urteil',                     null,            'urteil'],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['Rechtskraft / Vollstreckung',null,            null],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];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═══ Auto-Frist: Zustellung + 14 Tage ═══════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if ($zustellungDatum) {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$fristDatum = (new DateTime($zustellungDatum))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-&gt;modify('+14 days')-&gt;format('Y-m-d');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    $db-&gt;prepare("INSERT INTO deadlines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(case_id, title, deadline_date,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 frist_type, auto_calculated)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VALUES (?, 'Verteidigungsanzeige', ?,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'notfrist', true)")-&gt;execute([...]);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Zusätzlich: Urteil → +30 Tage (in complete_phase.php)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Fristberechnung – JavaScript Vorschau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083296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2F5D"/>
                </a:solidFill>
              </a:defRPr>
            </a:pPr>
            <a:r>
              <a:t>Live-Datumsvorschau im Formular  [2/2]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═══ Echtzeit-Fristvorschau (Vanilla JS) ═══════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Wird bei Eingabe des Zustellungsdatums getriggert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function calcDeadlinePreview() {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var val = document.getElementById(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'f-zustellung').value;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    if (!val) {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hint.textContent = '';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return;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var d = new Date(val);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d.setDate(d.getDate() + 14);  // ← +14 Tage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var fmt = d.toLocaleDateString('de-DE', {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day: '2-digit', month: '2-digit',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year: 'numeric'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});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   // Live-Feedback im Formular anzeigen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hint.textContent =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'⚡ Verteidigungsanzeige fällig am: '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+ fmt + ' (automatisch +14 Tage)';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HTML: &lt;input oninput='calcDeadlinePreview()'&gt;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&lt;div id='hint-zustellung'&gt;&lt;/div&gt;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Kalender – Monatsübersicht &amp; Navigation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02F5D"/>
                </a:solidFill>
              </a:defRPr>
            </a:pPr>
            <a:r>
              <a:t>📅 Selbst programmierter Monatskalender (Vanilla JS)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Monatsnavigation: Vor- und Zurück-Buttons zum Wechseln des Monats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Farbliche Kennzeichnung: Rot = Notfrist, Orange = Gerichtsfrist, Blau = Termin, Lila = Urteil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Task-Darstellung: Aufgaben erscheinen mit Warnsymbolen: ⚡ bei ≤ 3 Tagen, ⚠ bei Überfälligkeit</a:t>
            </a:r>
          </a:p>
          <a:p>
            <a:pPr>
              <a:spcAft>
                <a:spcPts val="0"/>
              </a:spcAft>
              <a:defRPr sz="1000"/>
            </a:pPr>
          </a:p>
          <a:p>
            <a:pPr>
              <a:spcAft>
                <a:spcPts val="600"/>
              </a:spcAft>
              <a:defRPr sz="2400" b="1">
                <a:solidFill>
                  <a:srgbClr val="002F5D"/>
                </a:solidFill>
              </a:defRPr>
            </a:pPr>
            <a:r>
              <a:t>🔍 Tagesübersicht und Verlinkung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Tag-Klick: Öffnet ein Modal mit allen Deadlines und Tasks des angeklickten Tages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Kalender → Case-Detail: Klick auf einen Task führt zur Fall-Detailseite, die zugehörige Phase wird automatisch aufgeklappt und der Task blinkt zur Hervorhebung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Task-Erstellung aus dem Kalender: Über den +-Button kann direkt aus dem Kalender eine neue Aufgabe für einen beliebigen Fall angelegt werden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📸 Kalender – Live-Ansicht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pic>
        <p:nvPicPr>
          <p:cNvPr id="5" name="Picture 4" descr="04-kal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Kalender – JavaScript (Struktur)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083296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2F5D"/>
                </a:solidFill>
              </a:defRPr>
            </a:pPr>
            <a:r>
              <a:t>renderCalendar() – Zellen aufbauen  [1/2]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═══ Monatskalender (Vanilla JS) ═══════════════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function renderCalendar() {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var firstDay = new Date(calYear, calMonth, 1);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var daysInMonth = new Date(calYear, calMonth + 1, 0)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.getDate();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var startDow = firstDay.getDay() || 7;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startDow--;  // Montag = 0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for (var i = 0; i &lt; totalCells; i++) {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var cell = document.createElement('div');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cell.className = 'cal-day';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       // Tagesnummer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var numDiv = document.createElement('div');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numDiv.className = 'cal-day-num';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numDiv.textContent = day;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cell.appendChild(numDiv);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       // Heute markieren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var isToday = (day === today.getDate()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    &amp;&amp; m === today.getMonth()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    &amp;&amp; y === today.getFullYear());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if (isToday) cell.classList.add('today');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       // ... Events + Click-Handler (siehe Teil 2)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Kalender – Events &amp; Kalender→Task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083296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2F5D"/>
                </a:solidFill>
              </a:defRPr>
            </a:pPr>
            <a:r>
              <a:t>Event-Pills, Tagesübersicht, Task-Navigation  [2/2]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═══ Events aus PHP (CAL_EVENTS als JSON) ═══════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var dateStr = y + '-' + pad(m+1) + '-' + pad(day);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var dayEvents = calEvents[dateStr] || [];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dayEvents.forEach(function(ev) {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var pill = document.createElement('a');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pill.className = 'cal-event ' + ev.color;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pill.textContent = ev.label;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   // Kalender → Case-Detail + Task-Highlight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pill.href = 'case_detail.php?id=' + ev.case_id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+ '&amp;task_id=' + ev.task_id + '&amp;from=calendar';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cell.appendChild(pill);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});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═══ Tagesübersicht (Tag-Klick) ═══════════════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cell.addEventListener('click', function(e) {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if (e.target.classList.contains('cal-event'))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return;  // Event-Pill = Navigation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openDayModal(dateStr, fmtDate);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});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═══ Kalender → Task-Navigation ═══════════════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In case_detail.php: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function highlightTaskFromCalendar() {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    // Phase per slideToggle() aufklappen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// taskEl.scrollIntoView({behavior:'smooth'})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// taskEl.classList.add('flash-highlight')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// → CSS-Animation: 2x blinken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Aufgaben – Inline-Bearbeitung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02F5D"/>
                </a:solidFill>
              </a:defRPr>
            </a:pPr>
            <a:r>
              <a:t>✅ Task-Verwaltung pro Verfahrensphase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Task erstellen: Zu jeder Phase können Aufgaben angelegt werden — über ein Inline-Formular oder aus dem Kalender heraus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Erledigt-Status umschalten: Checkbox zum An- und Abhaken — der Status wird per AJAX gespeichert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Inline-Bearbeitung: Beschreibung und Deadline können direkt im Task geändert werden, ohne die Seite zu verlassen</a:t>
            </a:r>
          </a:p>
          <a:p>
            <a:pPr>
              <a:spcAft>
                <a:spcPts val="0"/>
              </a:spcAft>
              <a:defRPr sz="1000"/>
            </a:pPr>
          </a:p>
          <a:p>
            <a:pPr>
              <a:spcAft>
                <a:spcPts val="600"/>
              </a:spcAft>
              <a:defRPr sz="2400" b="1">
                <a:solidFill>
                  <a:srgbClr val="002F5D"/>
                </a:solidFill>
              </a:defRPr>
            </a:pPr>
            <a:r>
              <a:t>📋 Aufgaben auf dem Dashboard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Heutige und überfällige Tasks: Die sechs dringendsten Aufgaben werden auf der Startseite angezeigt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Warnhinweise: Tasks mit weniger als 3 Tagen erhalten ein orangenes Warnsymbol, überfällige Tasks ein rotes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Live-Aktualisierung: Neu angelegte Tasks erscheinen ohne Seiten-Reload sowohl im Dashboard als auch im Kalender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📸 Aufgaben – Live-Ansicht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pic>
        <p:nvPicPr>
          <p:cNvPr id="5" name="Picture 4" descr="05-tagesansi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 – jQuery AJAX Toggle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083296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2F5D"/>
                </a:solidFill>
              </a:defRPr>
            </a:pPr>
            <a:r>
              <a:t>JS: completeTask() + PHP: Toggle-Logik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═══ JavaScript: Task-Checkbox Toggle ═════════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function completeTask(taskId, checkbox) {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$.ajax({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url:  'ajax/complete_task.php',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type: 'POST',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data: { task_id: taskId },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        success: function(res) {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    if (res.erledigt) {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        $(checkbox).addClass('done').text('✓');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        $(checkbox).closest('.phase-task-item')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            .addClass('task-done');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    } else {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        $(checkbox).removeClass('done').text('');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        $(checkbox).closest('.phase-task-item')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                .removeClass('task-done');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            }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    }</a:t>
            </a:r>
          </a:p>
          <a:p>
            <a:pPr>
              <a:spcAft>
                <a:spcPts val="100"/>
              </a:spcAft>
              <a:defRPr sz="1100" b="0">
                <a:solidFill>
                  <a:srgbClr val="475369"/>
                </a:solidFill>
                <a:latin typeface="Courier New"/>
              </a:defRPr>
            </a:pPr>
            <a:r>
              <a:t>    });</a:t>
            </a:r>
          </a:p>
          <a:p>
            <a:pPr>
              <a:spcAft>
                <a:spcPts val="100"/>
              </a:spcAft>
              <a:defRPr sz="1100" b="1">
                <a:solidFill>
                  <a:srgbClr val="1E293B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// ═══ PHP: Toggle 1↔0 ═══════════════════════════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$row = $db-&gt;prepare("SELECT erledigt FROM tasks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WHERE id = ?")-&gt;execute([$taskId])-&gt;fetch();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$newStatus = $row["erledigt"] ? 0 : 1;  // Flip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$db-&gt;prepare("UPDATE tasks SET erledigt = ?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WHERE id = ?")-&gt;execute([$newStatus, $taskId]);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echo json_encode(["success" =&gt; true,</a:t>
            </a:r>
          </a:p>
          <a:p>
            <a:pPr>
              <a:spcAft>
                <a:spcPts val="100"/>
              </a:spcAft>
              <a:defRPr sz="1100" b="1">
                <a:solidFill>
                  <a:srgbClr val="0E4D8C"/>
                </a:solidFill>
                <a:latin typeface="Courier New"/>
              </a:defRPr>
            </a:pPr>
            <a:r>
              <a:t>    "erledigt" =&gt; (bool)$newStatus]);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&amp; jQuery – Interaktivität im Frontend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02F5D"/>
                </a:solidFill>
              </a:defRPr>
            </a:pPr>
            <a:r>
              <a:t>📜 Vanilla JavaScript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Formularvalidierung: Clientseitige Prüfung von Pflichtfeldern, Streitwert und Datumsangaben vor dem Absenden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Kalender-Rendering: Der Monatskalender wird vollständig im Browser generiert (Funktion renderCalendar)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Fristvorschau: Bei Eingabe des Zustellungsdatums wird das Fristdatum live berechnet und angezeigt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Tab-Wechsel: Umschalten zwischen Dashboard und Kalender ohne Seiten-Reload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Task-Hervorhebung: Bei Navigation aus dem Kalender wird der Ziel-Task per scrollIntoView und Blink-Animation markiert</a:t>
            </a:r>
          </a:p>
          <a:p>
            <a:pPr>
              <a:spcAft>
                <a:spcPts val="0"/>
              </a:spcAft>
              <a:defRPr sz="1000"/>
            </a:pPr>
          </a:p>
          <a:p>
            <a:pPr>
              <a:spcAft>
                <a:spcPts val="600"/>
              </a:spcAft>
              <a:defRPr sz="2400" b="1">
                <a:solidFill>
                  <a:srgbClr val="002F5D"/>
                </a:solidFill>
              </a:defRPr>
            </a:pPr>
            <a:r>
              <a:t>⚡ jQuery 3.7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8 AJAX-Endpunkte: create, update, delete, complete für Tasks sowie complete, revert, update, get für Phasen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Animationen: slideToggle für das Ein- und Ausklappen der Phasen-Panels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DOM-Manipulation: Neue Tasks werden dynamisch in die Dashboard-Liste eingefügt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Live-Filter: Die Cases-Tabelle wird per Dropdown nach Phase gefiltert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▸ Cascading Dropdown: Im Kalender-Task-Modal werden Phasen abhängig vom gewählten Fall per AJAX geladen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Fragen?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  <p:txBody>
          <a:bodyPr/>
          <a:p>
            <a:r>
              <a:t>Fragen?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Fragen?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github.com/malala2409/LexCortex---Case-Management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U Erlangen-Nürnberg">
  <a:themeElements>
    <a:clrScheme name="FAU - Rot">
      <a:dk1>
        <a:sysClr val="windowText" lastClr="000000"/>
      </a:dk1>
      <a:lt1>
        <a:srgbClr val="FFFFFF"/>
      </a:lt1>
      <a:dk2>
        <a:srgbClr val="C50F3C"/>
      </a:dk2>
      <a:lt2>
        <a:srgbClr val="FFFFFF"/>
      </a:lt2>
      <a:accent1>
        <a:srgbClr val="7F7F7F"/>
      </a:accent1>
      <a:accent2>
        <a:srgbClr val="662938"/>
      </a:accent2>
      <a:accent3>
        <a:srgbClr val="971B2F"/>
      </a:accent3>
      <a:accent4>
        <a:srgbClr val="C50F3C"/>
      </a:accent4>
      <a:accent5>
        <a:srgbClr val="EBCCB7"/>
      </a:accent5>
      <a:accent6>
        <a:srgbClr val="C7C7C7"/>
      </a:accent6>
      <a:hlink>
        <a:srgbClr val="971B2F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685800" rtl="0" eaLnBrk="1" fontAlgn="auto" latinLnBrk="0" hangingPunct="1">
          <a:lnSpc>
            <a:spcPct val="110000"/>
          </a:lnSpc>
          <a:spcBef>
            <a:spcPts val="0"/>
          </a:spcBef>
          <a:spcAft>
            <a:spcPts val="800"/>
          </a:spcAft>
          <a:buClrTx/>
          <a:buSzTx/>
          <a:buFont typeface="Arial" panose="020B0604020202090204" pitchFamily="34" charset="0"/>
          <a:buNone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 panose="020B0604020202090204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685800" rtl="0" eaLnBrk="1" fontAlgn="auto" latinLnBrk="0" hangingPunct="1">
          <a:lnSpc>
            <a:spcPct val="110000"/>
          </a:lnSpc>
          <a:spcBef>
            <a:spcPts val="0"/>
          </a:spcBef>
          <a:spcAft>
            <a:spcPts val="800"/>
          </a:spcAft>
          <a:buClrTx/>
          <a:buSzTx/>
          <a:buFont typeface="Arial" panose="020B0604020202090204" pitchFamily="34" charset="0"/>
          <a:buNone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 panose="020B0604020202090204"/>
            <a:ea typeface="+mn-ea"/>
            <a:cs typeface="+mn-cs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c="http://schemas.microsoft.com/office/infopath/2007/PartnerControls" xmlns:xsi="http://www.w3.org/2001/XMLSchema-instance" xmlns:p="http://schemas.microsoft.com/office/2006/metadata/propertie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ma:contentTypeVersion="13" ma:contentTypeName="Dokument" ct:_="" ma:_="" ma:versionID="7d7fe78eff81fbacf66dc0ff6aeec5a3" ma:contentTypeID="0x010100B7C64748B88E4F4A81E78C320064AA18" ma:contentTypeScope="" ma:contentTypeDescription="Ein neues Dokument erstellen.">
  <xsd:schema xmlns:ns2="e1a9e197-d112-4abb-aa0c-4ed035d690a3" xmlns:ns3="5d4c14f1-5e26-4315-944b-e10ebb29e5be" xmlns:xsd="http://www.w3.org/2001/XMLSchema" xmlns:xs="http://www.w3.org/2001/XMLSchema" xmlns:p="http://schemas.microsoft.com/office/2006/metadata/properties" ma:root="true" ns3:_="" ma:fieldsID="798e591f6d3205a21a5c8f3fdff7cfef" targetNamespace="http://schemas.microsoft.com/office/2006/metadata/properties" ns2:_="">
    <xsd:import namespace="e1a9e197-d112-4abb-aa0c-4ed035d690a3"/>
    <xsd:import namespace="5d4c14f1-5e26-4315-944b-e10ebb29e5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targetNamespace="e1a9e197-d112-4abb-aa0c-4ed035d690a3" elementFormDefault="qualified">
    <xsd:import namespace="http://schemas.microsoft.com/office/2006/documentManagement/types"/>
    <xsd:import namespace="http://schemas.microsoft.com/office/infopath/2007/PartnerControls"/>
    <xsd:element nillable="true" ma:readOnly="true" ma:hidden="true" name="MediaServiceMetadata" ma:index="8" ma:displayName="MediaServiceMetadata" ma:internalName="MediaServiceMetadata">
      <xsd:simpleType>
        <xsd:restriction base="dms:Note"/>
      </xsd:simpleType>
    </xsd:element>
    <xsd:element nillable="true" ma:readOnly="true" ma:hidden="true" name="MediaServiceFastMetadata" ma:index="9" ma:displayName="MediaServiceFastMetadata" ma:internalName="MediaServiceFastMetadata">
      <xsd:simpleType>
        <xsd:restriction base="dms:Note"/>
      </xsd:simpleType>
    </xsd:element>
    <xsd:element nillable="true" ma:readOnly="true" name="MediaServiceAutoTags" ma:index="10" ma:displayName="Tags" ma:internalName="MediaServiceAutoTags">
      <xsd:simpleType>
        <xsd:restriction base="dms:Text"/>
      </xsd:simpleType>
    </xsd:element>
    <xsd:element nillable="true" ma:readOnly="true" name="MediaServiceOCR" ma:index="11" ma:displayName="Extracted Text" ma:internalName="MediaServiceOCR">
      <xsd:simpleType>
        <xsd:restriction base="dms:Note">
          <xsd:maxLength value="255"/>
        </xsd:restriction>
      </xsd:simpleType>
    </xsd:element>
    <xsd:element nillable="true" ma:readOnly="true" ma:hidden="true" name="MediaServiceGenerationTime" ma:index="12" ma:displayName="MediaServiceGenerationTime" ma:internalName="MediaServiceGenerationTime">
      <xsd:simpleType>
        <xsd:restriction base="dms:Text"/>
      </xsd:simpleType>
    </xsd:element>
    <xsd:element nillable="true" ma:readOnly="true" ma:hidden="true" name="MediaServiceEventHashCode" ma:index="13" ma:displayName="MediaServiceEventHashCode" ma:internalName="MediaServiceEventHashCode">
      <xsd:simpleType>
        <xsd:restriction base="dms:Text"/>
      </xsd:simpleType>
    </xsd:element>
    <xsd:element nillable="true" ma:readOnly="true" ma:hidden="true" name="MediaServiceDateTaken" ma:index="14" ma:displayName="MediaServiceDateTaken" ma:internalName="MediaServiceDateTaken">
      <xsd:simpleType>
        <xsd:restriction base="dms:Text"/>
      </xsd:simpleType>
    </xsd:element>
    <xsd:element nillable="true" ma:readOnly="true" ma:hidden="true" name="MediaServiceAutoKeyPoints" ma:index="15" ma:displayName="MediaServiceAutoKeyPoints" ma:internalName="MediaServiceAutoKeyPoints">
      <xsd:simpleType>
        <xsd:restriction base="dms:Note"/>
      </xsd:simpleType>
    </xsd:element>
    <xsd:element nillable="true" ma:readOnly="true" name="MediaServiceKeyPoints" ma:index="16" ma:displayName="KeyPoints" ma:internalName="MediaServiceKeyPoints">
      <xsd:simpleType>
        <xsd:restriction base="dms:Note">
          <xsd:maxLength value="255"/>
        </xsd:restriction>
      </xsd:simpleType>
    </xsd:element>
    <xsd:element nillable="true" ma:readOnly="true" name="MediaServiceLocation" ma:index="17" ma:displayName="Location" ma:internalName="MediaServiceLocation">
      <xsd:simpleType>
        <xsd:restriction base="dms:Text"/>
      </xsd:simpleType>
    </xsd:element>
    <xsd:element nillable="true" ma:readOnly="true" name="MediaLengthInSeconds" ma:index="20" ma:displayName="Length (seconds)" ma:internalName="MediaLengthInSeconds">
      <xsd:simpleType>
        <xsd:restriction base="dms:Unknown"/>
      </xsd:simple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targetNamespace="5d4c14f1-5e26-4315-944b-e10ebb29e5be" elementFormDefault="qualified">
    <xsd:import namespace="http://schemas.microsoft.com/office/2006/documentManagement/types"/>
    <xsd:import namespace="http://schemas.microsoft.com/office/infopath/2007/PartnerControls"/>
    <xsd:element nillable="true" ma:readOnly="true" name="SharedWithUsers" ma:index="18" ma:displayName="Freigegeben für" ma:internalName="SharedWithUsers">
      <xsd:complexType>
        <xsd:complexContent>
          <xsd:extension base="dms:UserMulti">
            <xsd:sequence>
              <xsd:element name="UserInfo" maxOccurs="unbounded" minOccurs="0">
                <xsd:complexType>
                  <xsd:sequence>
                    <xsd:element type="xsd:string" name="DisplayName" minOccurs="0"/>
                    <xsd:element type="dms:UserId" nillable="true" name="AccountId" minOccurs="0"/>
                    <xsd:element type="xsd:string" name="AccountType" minOccurs="0"/>
                  </xsd:sequence>
                </xsd:complexType>
              </xsd:element>
            </xsd:sequence>
          </xsd:extension>
        </xsd:complexContent>
      </xsd:complexType>
    </xsd:element>
    <xsd:element nillable="true" ma:readOnly="true" name="SharedWithDetails" ma:index="19" ma:displayName="Freigegeben für - Details" ma:internalName="SharedWithDetails">
      <xsd:simpleType>
        <xsd:restriction base="dms:Note">
          <xsd:maxLength value="255"/>
        </xsd:restriction>
      </xsd:simpleType>
    </xsd:element>
  </xsd:schema>
  <xsd:schema xmlns:dc="http://purl.org/dc/elements/1.1/" xmlns="http://schemas.openxmlformats.org/package/2006/metadata/core-properties" xmlns:xsd="http://www.w3.org/2001/XMLSchema" xmlns:dcterms="http://purl.org/dc/terms/" xmlns:odoc="http://schemas.microsoft.com/internal/obd" xmlns:xsi="http://www.w3.org/2001/XMLSchema-instance" attributeFormDefault="unqualified" targetNamespace="http://schemas.openxmlformats.org/package/2006/metadata/core-properties" elementFormDefault="qualified" blockDefault="#all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ref="dc:creator" maxOccurs="1" minOccurs="0"/>
        <xsd:element ref="dcterms:created" maxOccurs="1" minOccurs="0"/>
        <xsd:element ref="dc:identifier" maxOccurs="1" minOccurs="0"/>
        <xsd:element type="xsd:string" name="contentType" ma:index="0" ma:displayName="Inhaltstyp" maxOccurs="1" minOccurs="0"/>
        <xsd:element ma:index="4" ma:displayName="Titel" ref="dc:title" maxOccurs="1" minOccurs="0"/>
        <xsd:element ref="dc:subject" maxOccurs="1" minOccurs="0"/>
        <xsd:element ref="dc:description" maxOccurs="1" minOccurs="0"/>
        <xsd:element type="xsd:string" name="keywords" maxOccurs="1" minOccurs="0"/>
        <xsd:element ref="dc:language" maxOccurs="1" minOccurs="0"/>
        <xsd:element type="xsd:string" name="category" maxOccurs="1" minOccurs="0"/>
        <xsd:element type="xsd:string" name="version" maxOccurs="1" minOccurs="0"/>
        <xsd:element type="xsd:string" name="revision" maxOccurs="1" minOccurs="0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type="xsd:string" name="lastModifiedBy" maxOccurs="1" minOccurs="0"/>
        <xsd:element ref="dcterms:modified" maxOccurs="1" minOccurs="0"/>
        <xsd:element type="xsd:string" name="contentStatus" maxOccurs="1" minOccurs="0"/>
      </xsd:all>
    </xsd:complexType>
  </xsd:schema>
  <xs:schema xmlns:pc="http://schemas.microsoft.com/office/infopath/2007/PartnerControls" xmlns:xs="http://www.w3.org/2001/XMLSchema" attributeFormDefault="unqualified" targetNamespace="http://schemas.microsoft.com/office/infopath/2007/PartnerControls" elementFormDefault="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ref="pc:BDCEntity" maxOccurs="unbounded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ref="pc:TermInfo" maxOccurs="unbounded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Props1.xml><?xml version="1.0" encoding="utf-8"?>
<ds:datastoreItem xmlns:ds="http://schemas.openxmlformats.org/officeDocument/2006/customXml" ds:itemID="{E457329C-FB5F-4A4D-B331-82D30E9A7432}">
  <ds:schemaRefs/>
</ds:datastoreItem>
</file>

<file path=customXml/itemProps2.xml><?xml version="1.0" encoding="utf-8"?>
<ds:datastoreItem xmlns:ds="http://schemas.openxmlformats.org/officeDocument/2006/customXml" ds:itemID="{CC1A7FE3-81F7-4596-A188-3EE8D4188E1F}">
  <ds:schemaRefs/>
</ds:datastoreItem>
</file>

<file path=customXml/itemProps3.xml><?xml version="1.0" encoding="utf-8"?>
<ds:datastoreItem xmlns:ds="http://schemas.openxmlformats.org/officeDocument/2006/customXml" ds:itemID="{25AC9B50-7775-47B3-B531-8338F6452AB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8838</Words>
  <Application>WPS 文字</Application>
  <PresentationFormat>Bildschirmpräsentation (4:3)</PresentationFormat>
  <Paragraphs>624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2" baseType="lpstr">
      <vt:lpstr>Arial</vt:lpstr>
      <vt:lpstr>宋体</vt:lpstr>
      <vt:lpstr>Wingdings</vt:lpstr>
      <vt:lpstr>Arial</vt:lpstr>
      <vt:lpstr>Symbol</vt:lpstr>
      <vt:lpstr>Kingsoft Sign</vt:lpstr>
      <vt:lpstr>微软雅黑</vt:lpstr>
      <vt:lpstr>汉仪旗黑</vt:lpstr>
      <vt:lpstr>宋体</vt:lpstr>
      <vt:lpstr>Arial Unicode MS</vt:lpstr>
      <vt:lpstr>Calibri</vt:lpstr>
      <vt:lpstr>Helvetica Neue</vt:lpstr>
      <vt:lpstr>等线</vt:lpstr>
      <vt:lpstr>汉仪中等线KW</vt:lpstr>
      <vt:lpstr>汉仪书宋二KW</vt:lpstr>
      <vt:lpstr>FAU Erlangen-Nürnberg</vt:lpstr>
      <vt:lpstr>Willkommen</vt:lpstr>
      <vt:lpstr>Agenda</vt:lpstr>
      <vt:lpstr>Agenda</vt:lpstr>
      <vt:lpstr>Kapiteltrenner Mehrzeilig möglich</vt:lpstr>
      <vt:lpstr>Textfolie</vt:lpstr>
      <vt:lpstr>Textfolie | zweispaltig</vt:lpstr>
      <vt:lpstr>Textfolie | dreispaltig</vt:lpstr>
      <vt:lpstr>Text- Bildfolie</vt:lpstr>
      <vt:lpstr>Bild- Textfolie</vt:lpstr>
      <vt:lpstr>PowerPoint 演示文稿</vt:lpstr>
      <vt:lpstr>Bildfolie</vt:lpstr>
      <vt:lpstr>Bildfolie</vt:lpstr>
      <vt:lpstr>Bildfolie | dreispaltig</vt:lpstr>
      <vt:lpstr>Inhaltsfolie | Säulendiagramm</vt:lpstr>
      <vt:lpstr>Inhaltsfolie mit Text | Säulendiagramm</vt:lpstr>
      <vt:lpstr>Inhaltsfolie | Torten- &amp; Ringdiagramm</vt:lpstr>
      <vt:lpstr>Inhaltsfolie mit Text | Tortendiagramm</vt:lpstr>
      <vt:lpstr>Inhaltsfolie mit Text | Ringdiagramm</vt:lpstr>
      <vt:lpstr>Inhaltsfolie | Tabellenbeispiel</vt:lpstr>
      <vt:lpstr>Inhaltsfolie mit Text | Tabellenbeispiel</vt:lpstr>
      <vt:lpstr>Folie zur freien Gestaltung | Blau</vt:lpstr>
      <vt:lpstr>Folie zur freien Gestaltung | Zeitstrahl</vt:lpstr>
      <vt:lpstr>Folie zur freien Gestaltung | Weiß</vt:lpstr>
      <vt:lpstr>Folie zur freien Gestaltung | Zeitstrahl</vt:lpstr>
      <vt:lpstr>Zitatfolie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lastModifiedBy>马小奕</cp:lastModifiedBy>
  <cp:revision>122</cp:revision>
  <dcterms:created xsi:type="dcterms:W3CDTF">2026-07-03T11:53:36Z</dcterms:created>
  <dcterms:modified xsi:type="dcterms:W3CDTF">2026-07-03T11:53:36Z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  <property fmtid="{D5CDD505-2E9C-101B-9397-08002B2CF9AE}" pid="3" name="ICV">
    <vt:lpwstr>D1B83A3139B7B161C0A2476A3CCF10D1_43</vt:lpwstr>
  </property>
  <property fmtid="{D5CDD505-2E9C-101B-9397-08002B2CF9AE}" pid="4" name="KSOProductBuildVer">
    <vt:lpwstr>2052-12.1.23540.23540</vt:lpwstr>
  </property>
</Properties>
</file>